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Lst>
  <p:sldSz cy="6858000" cx="12192000"/>
  <p:notesSz cx="6858000" cy="9144000"/>
  <p:embeddedFontLst>
    <p:embeddedFont>
      <p:font typeface="Roboto"/>
      <p:regular r:id="rId10"/>
      <p:bold r:id="rId11"/>
      <p:italic r:id="rId12"/>
      <p:boldItalic r:id="rId13"/>
    </p:embeddedFont>
    <p:embeddedFont>
      <p:font typeface="Roboto Medium"/>
      <p:regular r:id="rId14"/>
      <p:bold r:id="rId15"/>
      <p:italic r:id="rId16"/>
      <p:boldItalic r:id="rId17"/>
    </p:embeddedFont>
    <p:embeddedFont>
      <p:font typeface="Roboto Light"/>
      <p:regular r:id="rId18"/>
      <p:bold r:id="rId19"/>
      <p:italic r:id="rId20"/>
      <p:boldItalic r:id="rId21"/>
    </p:embeddedFont>
    <p:embeddedFont>
      <p:font typeface="Roboto Serif SemiBold"/>
      <p:regular r:id="rId22"/>
      <p:bold r:id="rId23"/>
      <p:italic r:id="rId24"/>
      <p:boldItalic r:id="rId2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6" roundtripDataSignature="AMtx7mg3uaRh8Aq9FO38DxgRkOjvP9wXA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RobotoLight-italic.fntdata"/><Relationship Id="rId22" Type="http://schemas.openxmlformats.org/officeDocument/2006/relationships/font" Target="fonts/RobotoSerifSemiBold-regular.fntdata"/><Relationship Id="rId21" Type="http://schemas.openxmlformats.org/officeDocument/2006/relationships/font" Target="fonts/RobotoLight-boldItalic.fntdata"/><Relationship Id="rId24" Type="http://schemas.openxmlformats.org/officeDocument/2006/relationships/font" Target="fonts/RobotoSerifSemiBold-italic.fntdata"/><Relationship Id="rId23" Type="http://schemas.openxmlformats.org/officeDocument/2006/relationships/font" Target="fonts/RobotoSerifSemiBold-bold.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customschemas.google.com/relationships/presentationmetadata" Target="metadata"/><Relationship Id="rId25" Type="http://schemas.openxmlformats.org/officeDocument/2006/relationships/font" Target="fonts/RobotoSerifSemiBold-boldItalic.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font" Target="fonts/Roboto-bold.fntdata"/><Relationship Id="rId10" Type="http://schemas.openxmlformats.org/officeDocument/2006/relationships/font" Target="fonts/Roboto-regular.fntdata"/><Relationship Id="rId13" Type="http://schemas.openxmlformats.org/officeDocument/2006/relationships/font" Target="fonts/Roboto-boldItalic.fntdata"/><Relationship Id="rId12" Type="http://schemas.openxmlformats.org/officeDocument/2006/relationships/font" Target="fonts/Roboto-italic.fntdata"/><Relationship Id="rId15" Type="http://schemas.openxmlformats.org/officeDocument/2006/relationships/font" Target="fonts/RobotoMedium-bold.fntdata"/><Relationship Id="rId14" Type="http://schemas.openxmlformats.org/officeDocument/2006/relationships/font" Target="fonts/RobotoMedium-regular.fntdata"/><Relationship Id="rId17" Type="http://schemas.openxmlformats.org/officeDocument/2006/relationships/font" Target="fonts/RobotoMedium-boldItalic.fntdata"/><Relationship Id="rId16" Type="http://schemas.openxmlformats.org/officeDocument/2006/relationships/font" Target="fonts/RobotoMedium-italic.fntdata"/><Relationship Id="rId19" Type="http://schemas.openxmlformats.org/officeDocument/2006/relationships/font" Target="fonts/RobotoLight-bold.fntdata"/><Relationship Id="rId18" Type="http://schemas.openxmlformats.org/officeDocument/2006/relationships/font" Target="fonts/RobotoLight-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3f57e27b11a_0_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7" name="Google Shape;77;g3f57e27b11a_0_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3" name="Google Shape;83;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3f8de40e5db_0_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9" name="Google Shape;89;g3f8de40e5db_0_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f8de40e5db_0_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5" name="Google Shape;95;g3f8de40e5db_0_1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f8de40e5db_0_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1" name="Google Shape;101;g3f8de40e5db_0_1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pic>
        <p:nvPicPr>
          <p:cNvPr descr="A black and red background&#10;&#10;Description automatically generated" id="11" name="Google Shape;11;p31"/>
          <p:cNvPicPr preferRelativeResize="0"/>
          <p:nvPr/>
        </p:nvPicPr>
        <p:blipFill rotWithShape="1">
          <a:blip r:embed="rId2">
            <a:alphaModFix/>
          </a:blip>
          <a:srcRect b="0" l="65506" r="0" t="39910"/>
          <a:stretch/>
        </p:blipFill>
        <p:spPr>
          <a:xfrm>
            <a:off x="7986532" y="2740694"/>
            <a:ext cx="4205468" cy="4117306"/>
          </a:xfrm>
          <a:prstGeom prst="rect">
            <a:avLst/>
          </a:prstGeom>
          <a:noFill/>
          <a:ln>
            <a:noFill/>
          </a:ln>
        </p:spPr>
      </p:pic>
      <p:pic>
        <p:nvPicPr>
          <p:cNvPr id="12" name="Google Shape;12;p31"/>
          <p:cNvPicPr preferRelativeResize="0"/>
          <p:nvPr/>
        </p:nvPicPr>
        <p:blipFill rotWithShape="1">
          <a:blip r:embed="rId3">
            <a:alphaModFix/>
          </a:blip>
          <a:srcRect b="0" l="0" r="51987" t="0"/>
          <a:stretch/>
        </p:blipFill>
        <p:spPr>
          <a:xfrm rot="10800000">
            <a:off x="0" y="0"/>
            <a:ext cx="3070033" cy="925733"/>
          </a:xfrm>
          <a:prstGeom prst="rect">
            <a:avLst/>
          </a:prstGeom>
          <a:noFill/>
          <a:ln>
            <a:noFill/>
          </a:ln>
        </p:spPr>
      </p:pic>
      <p:sp>
        <p:nvSpPr>
          <p:cNvPr id="13" name="Google Shape;13;p31"/>
          <p:cNvSpPr txBox="1"/>
          <p:nvPr>
            <p:ph type="ctrTitle"/>
          </p:nvPr>
        </p:nvSpPr>
        <p:spPr>
          <a:xfrm>
            <a:off x="415600" y="992767"/>
            <a:ext cx="7850000" cy="2264783"/>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5200"/>
              <a:buFont typeface="Roboto Serif SemiBold"/>
              <a:buNone/>
              <a:defRPr b="0" sz="6933">
                <a:latin typeface="Roboto Serif SemiBold"/>
                <a:ea typeface="Roboto Serif SemiBold"/>
                <a:cs typeface="Roboto Serif SemiBold"/>
                <a:sym typeface="Roboto Serif SemiBold"/>
              </a:defRPr>
            </a:lvl1pPr>
            <a:lvl2pPr lvl="1" algn="ctr">
              <a:lnSpc>
                <a:spcPct val="100000"/>
              </a:lnSpc>
              <a:spcBef>
                <a:spcPts val="0"/>
              </a:spcBef>
              <a:spcAft>
                <a:spcPts val="0"/>
              </a:spcAft>
              <a:buSzPts val="5200"/>
              <a:buNone/>
              <a:defRPr sz="6933"/>
            </a:lvl2pPr>
            <a:lvl3pPr lvl="2" algn="ctr">
              <a:lnSpc>
                <a:spcPct val="100000"/>
              </a:lnSpc>
              <a:spcBef>
                <a:spcPts val="0"/>
              </a:spcBef>
              <a:spcAft>
                <a:spcPts val="0"/>
              </a:spcAft>
              <a:buSzPts val="5200"/>
              <a:buNone/>
              <a:defRPr sz="6933"/>
            </a:lvl3pPr>
            <a:lvl4pPr lvl="3" algn="ctr">
              <a:lnSpc>
                <a:spcPct val="100000"/>
              </a:lnSpc>
              <a:spcBef>
                <a:spcPts val="0"/>
              </a:spcBef>
              <a:spcAft>
                <a:spcPts val="0"/>
              </a:spcAft>
              <a:buSzPts val="5200"/>
              <a:buNone/>
              <a:defRPr sz="6933"/>
            </a:lvl4pPr>
            <a:lvl5pPr lvl="4" algn="ctr">
              <a:lnSpc>
                <a:spcPct val="100000"/>
              </a:lnSpc>
              <a:spcBef>
                <a:spcPts val="0"/>
              </a:spcBef>
              <a:spcAft>
                <a:spcPts val="0"/>
              </a:spcAft>
              <a:buSzPts val="5200"/>
              <a:buNone/>
              <a:defRPr sz="6933"/>
            </a:lvl5pPr>
            <a:lvl6pPr lvl="5" algn="ctr">
              <a:lnSpc>
                <a:spcPct val="100000"/>
              </a:lnSpc>
              <a:spcBef>
                <a:spcPts val="0"/>
              </a:spcBef>
              <a:spcAft>
                <a:spcPts val="0"/>
              </a:spcAft>
              <a:buSzPts val="5200"/>
              <a:buNone/>
              <a:defRPr sz="6933"/>
            </a:lvl6pPr>
            <a:lvl7pPr lvl="6" algn="ctr">
              <a:lnSpc>
                <a:spcPct val="100000"/>
              </a:lnSpc>
              <a:spcBef>
                <a:spcPts val="0"/>
              </a:spcBef>
              <a:spcAft>
                <a:spcPts val="0"/>
              </a:spcAft>
              <a:buSzPts val="5200"/>
              <a:buNone/>
              <a:defRPr sz="6933"/>
            </a:lvl7pPr>
            <a:lvl8pPr lvl="7" algn="ctr">
              <a:lnSpc>
                <a:spcPct val="100000"/>
              </a:lnSpc>
              <a:spcBef>
                <a:spcPts val="0"/>
              </a:spcBef>
              <a:spcAft>
                <a:spcPts val="0"/>
              </a:spcAft>
              <a:buSzPts val="5200"/>
              <a:buNone/>
              <a:defRPr sz="6933"/>
            </a:lvl8pPr>
            <a:lvl9pPr lvl="8" algn="ctr">
              <a:lnSpc>
                <a:spcPct val="100000"/>
              </a:lnSpc>
              <a:spcBef>
                <a:spcPts val="0"/>
              </a:spcBef>
              <a:spcAft>
                <a:spcPts val="0"/>
              </a:spcAft>
              <a:buSzPts val="5200"/>
              <a:buNone/>
              <a:defRPr sz="6933"/>
            </a:lvl9pPr>
          </a:lstStyle>
          <a:p/>
        </p:txBody>
      </p:sp>
      <p:sp>
        <p:nvSpPr>
          <p:cNvPr id="14" name="Google Shape;14;p31"/>
          <p:cNvSpPr txBox="1"/>
          <p:nvPr>
            <p:ph idx="1" type="subTitle"/>
          </p:nvPr>
        </p:nvSpPr>
        <p:spPr>
          <a:xfrm>
            <a:off x="415599" y="3429000"/>
            <a:ext cx="7849999" cy="18844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2000"/>
              </a:spcBef>
              <a:spcAft>
                <a:spcPts val="0"/>
              </a:spcAft>
              <a:buClr>
                <a:schemeClr val="lt1"/>
              </a:buClr>
              <a:buSzPts val="2800"/>
              <a:buNone/>
              <a:defRPr sz="3733">
                <a:solidFill>
                  <a:schemeClr val="lt1"/>
                </a:solidFill>
              </a:defRPr>
            </a:lvl1pPr>
            <a:lvl2pPr lvl="1" algn="l">
              <a:lnSpc>
                <a:spcPct val="100000"/>
              </a:lnSpc>
              <a:spcBef>
                <a:spcPts val="0"/>
              </a:spcBef>
              <a:spcAft>
                <a:spcPts val="0"/>
              </a:spcAft>
              <a:buSzPts val="2800"/>
              <a:buNone/>
              <a:defRPr sz="3733"/>
            </a:lvl2pPr>
            <a:lvl3pPr lvl="2" algn="l">
              <a:lnSpc>
                <a:spcPct val="100000"/>
              </a:lnSpc>
              <a:spcBef>
                <a:spcPts val="0"/>
              </a:spcBef>
              <a:spcAft>
                <a:spcPts val="0"/>
              </a:spcAft>
              <a:buSzPts val="2800"/>
              <a:buNone/>
              <a:defRPr sz="3733"/>
            </a:lvl3pPr>
            <a:lvl4pPr lvl="3" algn="l">
              <a:lnSpc>
                <a:spcPct val="100000"/>
              </a:lnSpc>
              <a:spcBef>
                <a:spcPts val="0"/>
              </a:spcBef>
              <a:spcAft>
                <a:spcPts val="0"/>
              </a:spcAft>
              <a:buSzPts val="2800"/>
              <a:buNone/>
              <a:defRPr sz="3733"/>
            </a:lvl4pPr>
            <a:lvl5pPr lvl="4" algn="l">
              <a:lnSpc>
                <a:spcPct val="100000"/>
              </a:lnSpc>
              <a:spcBef>
                <a:spcPts val="0"/>
              </a:spcBef>
              <a:spcAft>
                <a:spcPts val="0"/>
              </a:spcAft>
              <a:buSzPts val="2800"/>
              <a:buNone/>
              <a:defRPr sz="3733"/>
            </a:lvl5pPr>
            <a:lvl6pPr lvl="5" algn="l">
              <a:lnSpc>
                <a:spcPct val="100000"/>
              </a:lnSpc>
              <a:spcBef>
                <a:spcPts val="0"/>
              </a:spcBef>
              <a:spcAft>
                <a:spcPts val="0"/>
              </a:spcAft>
              <a:buSzPts val="2800"/>
              <a:buNone/>
              <a:defRPr sz="3733"/>
            </a:lvl6pPr>
            <a:lvl7pPr lvl="6" algn="l">
              <a:lnSpc>
                <a:spcPct val="100000"/>
              </a:lnSpc>
              <a:spcBef>
                <a:spcPts val="0"/>
              </a:spcBef>
              <a:spcAft>
                <a:spcPts val="0"/>
              </a:spcAft>
              <a:buSzPts val="2800"/>
              <a:buNone/>
              <a:defRPr sz="3733"/>
            </a:lvl7pPr>
            <a:lvl8pPr lvl="7" algn="l">
              <a:lnSpc>
                <a:spcPct val="100000"/>
              </a:lnSpc>
              <a:spcBef>
                <a:spcPts val="0"/>
              </a:spcBef>
              <a:spcAft>
                <a:spcPts val="0"/>
              </a:spcAft>
              <a:buSzPts val="2800"/>
              <a:buNone/>
              <a:defRPr sz="3733"/>
            </a:lvl8pPr>
            <a:lvl9pPr lvl="8" algn="l">
              <a:lnSpc>
                <a:spcPct val="100000"/>
              </a:lnSpc>
              <a:spcBef>
                <a:spcPts val="0"/>
              </a:spcBef>
              <a:spcAft>
                <a:spcPts val="0"/>
              </a:spcAft>
              <a:buSzPts val="2800"/>
              <a:buNone/>
              <a:defRPr sz="3733"/>
            </a:lvl9pPr>
          </a:lstStyle>
          <a:p/>
        </p:txBody>
      </p:sp>
      <p:sp>
        <p:nvSpPr>
          <p:cNvPr id="15" name="Google Shape;15;p31"/>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333"/>
              <a:buFont typeface="Arial"/>
              <a:buNone/>
              <a:defRPr b="0" i="0" sz="1333" u="none" cap="none" strike="noStrike">
                <a:solidFill>
                  <a:schemeClr val="lt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33"/>
              <a:buFont typeface="Arial"/>
              <a:buNone/>
              <a:defRPr b="0" i="0" sz="1333" u="none" cap="none" strike="noStrike">
                <a:solidFill>
                  <a:schemeClr val="lt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33"/>
              <a:buFont typeface="Arial"/>
              <a:buNone/>
              <a:defRPr b="0" i="0" sz="1333" u="none" cap="none" strike="noStrike">
                <a:solidFill>
                  <a:schemeClr val="lt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33"/>
              <a:buFont typeface="Arial"/>
              <a:buNone/>
              <a:defRPr b="0" i="0" sz="1333" u="none" cap="none" strike="noStrike">
                <a:solidFill>
                  <a:schemeClr val="lt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33"/>
              <a:buFont typeface="Arial"/>
              <a:buNone/>
              <a:defRPr b="0" i="0" sz="1333" u="none" cap="none" strike="noStrike">
                <a:solidFill>
                  <a:schemeClr val="lt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33"/>
              <a:buFont typeface="Arial"/>
              <a:buNone/>
              <a:defRPr b="0" i="0" sz="1333" u="none" cap="none" strike="noStrike">
                <a:solidFill>
                  <a:schemeClr val="lt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33"/>
              <a:buFont typeface="Arial"/>
              <a:buNone/>
              <a:defRPr b="0" i="0" sz="1333" u="none" cap="none" strike="noStrike">
                <a:solidFill>
                  <a:schemeClr val="lt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33"/>
              <a:buFont typeface="Arial"/>
              <a:buNone/>
              <a:defRPr b="0" i="0" sz="1333" u="none" cap="none" strike="noStrike">
                <a:solidFill>
                  <a:schemeClr val="lt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33"/>
              <a:buFont typeface="Arial"/>
              <a:buNone/>
              <a:defRPr b="0" i="0" sz="1333"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None">
  <p:cSld name="Blank None">
    <p:spTree>
      <p:nvGrpSpPr>
        <p:cNvPr id="16" name="Shape 16"/>
        <p:cNvGrpSpPr/>
        <p:nvPr/>
      </p:nvGrpSpPr>
      <p:grpSpPr>
        <a:xfrm>
          <a:off x="0" y="0"/>
          <a:ext cx="0" cy="0"/>
          <a:chOff x="0" y="0"/>
          <a:chExt cx="0" cy="0"/>
        </a:xfrm>
      </p:grpSpPr>
      <p:pic>
        <p:nvPicPr>
          <p:cNvPr descr="A black and red background&#10;&#10;Description automatically generated" id="17" name="Google Shape;17;p32"/>
          <p:cNvPicPr preferRelativeResize="0"/>
          <p:nvPr/>
        </p:nvPicPr>
        <p:blipFill rotWithShape="1">
          <a:blip r:embed="rId2">
            <a:alphaModFix/>
          </a:blip>
          <a:srcRect b="0" l="0" r="0" t="0"/>
          <a:stretch/>
        </p:blipFill>
        <p:spPr>
          <a:xfrm>
            <a:off x="-1" y="0"/>
            <a:ext cx="12202847" cy="6858000"/>
          </a:xfrm>
          <a:prstGeom prst="rect">
            <a:avLst/>
          </a:prstGeom>
          <a:noFill/>
          <a:ln>
            <a:noFill/>
          </a:ln>
        </p:spPr>
      </p:pic>
      <p:sp>
        <p:nvSpPr>
          <p:cNvPr id="18" name="Google Shape;18;p32"/>
          <p:cNvSpPr txBox="1"/>
          <p:nvPr>
            <p:ph type="title"/>
          </p:nvPr>
        </p:nvSpPr>
        <p:spPr>
          <a:xfrm>
            <a:off x="415600" y="593367"/>
            <a:ext cx="11360800" cy="763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9" name="Google Shape;19;p32"/>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300"/>
              <a:buFont typeface="Arial"/>
              <a:buNone/>
              <a:defRPr b="0" i="0" sz="1333" u="none" cap="none" strike="noStrike">
                <a:solidFill>
                  <a:schemeClr val="lt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33" u="none" cap="none" strike="noStrike">
                <a:solidFill>
                  <a:schemeClr val="lt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33" u="none" cap="none" strike="noStrike">
                <a:solidFill>
                  <a:schemeClr val="lt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33" u="none" cap="none" strike="noStrike">
                <a:solidFill>
                  <a:schemeClr val="lt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33" u="none" cap="none" strike="noStrike">
                <a:solidFill>
                  <a:schemeClr val="lt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33" u="none" cap="none" strike="noStrike">
                <a:solidFill>
                  <a:schemeClr val="lt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33" u="none" cap="none" strike="noStrike">
                <a:solidFill>
                  <a:schemeClr val="lt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33" u="none" cap="none" strike="noStrike">
                <a:solidFill>
                  <a:schemeClr val="lt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33"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
        <p:nvSpPr>
          <p:cNvPr id="20" name="Google Shape;20;p32"/>
          <p:cNvSpPr/>
          <p:nvPr/>
        </p:nvSpPr>
        <p:spPr>
          <a:xfrm rot="5400000">
            <a:off x="-698269" y="4447309"/>
            <a:ext cx="3108960" cy="1712422"/>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 name="Google Shape;21;p32"/>
          <p:cNvSpPr txBox="1"/>
          <p:nvPr>
            <p:ph idx="1" type="body"/>
          </p:nvPr>
        </p:nvSpPr>
        <p:spPr>
          <a:xfrm>
            <a:off x="415599" y="1536633"/>
            <a:ext cx="7837149" cy="45552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2000"/>
              </a:spcBef>
              <a:spcAft>
                <a:spcPts val="0"/>
              </a:spcAft>
              <a:buSzPts val="1400"/>
              <a:buChar char="&gt;"/>
              <a:defRPr sz="1867"/>
            </a:lvl1pPr>
            <a:lvl2pPr indent="-304800" lvl="1" marL="914400" algn="l">
              <a:lnSpc>
                <a:spcPct val="115000"/>
              </a:lnSpc>
              <a:spcBef>
                <a:spcPts val="0"/>
              </a:spcBef>
              <a:spcAft>
                <a:spcPts val="0"/>
              </a:spcAft>
              <a:buSzPts val="1200"/>
              <a:buChar char="○"/>
              <a:defRPr sz="1600"/>
            </a:lvl2pPr>
            <a:lvl3pPr indent="-304800" lvl="2" marL="1371600" algn="l">
              <a:lnSpc>
                <a:spcPct val="115000"/>
              </a:lnSpc>
              <a:spcBef>
                <a:spcPts val="0"/>
              </a:spcBef>
              <a:spcAft>
                <a:spcPts val="0"/>
              </a:spcAft>
              <a:buSzPts val="1200"/>
              <a:buFont typeface="Roboto Light"/>
              <a:buChar char="■"/>
              <a:defRPr sz="1600">
                <a:latin typeface="Roboto Light"/>
                <a:ea typeface="Roboto Light"/>
                <a:cs typeface="Roboto Light"/>
                <a:sym typeface="Roboto Light"/>
              </a:defRPr>
            </a:lvl3pPr>
            <a:lvl4pPr indent="-304800" lvl="3" marL="1828800" algn="l">
              <a:lnSpc>
                <a:spcPct val="115000"/>
              </a:lnSpc>
              <a:spcBef>
                <a:spcPts val="0"/>
              </a:spcBef>
              <a:spcAft>
                <a:spcPts val="0"/>
              </a:spcAft>
              <a:buSzPts val="1200"/>
              <a:buChar char="●"/>
              <a:defRPr sz="1600"/>
            </a:lvl4pPr>
            <a:lvl5pPr indent="-304800" lvl="4" marL="2286000" algn="l">
              <a:lnSpc>
                <a:spcPct val="115000"/>
              </a:lnSpc>
              <a:spcBef>
                <a:spcPts val="0"/>
              </a:spcBef>
              <a:spcAft>
                <a:spcPts val="0"/>
              </a:spcAft>
              <a:buSzPts val="1200"/>
              <a:buChar char="○"/>
              <a:defRPr sz="1600"/>
            </a:lvl5pPr>
            <a:lvl6pPr indent="-304800" lvl="5" marL="2743200" algn="l">
              <a:lnSpc>
                <a:spcPct val="115000"/>
              </a:lnSpc>
              <a:spcBef>
                <a:spcPts val="0"/>
              </a:spcBef>
              <a:spcAft>
                <a:spcPts val="0"/>
              </a:spcAft>
              <a:buSzPts val="1200"/>
              <a:buChar char="■"/>
              <a:defRPr sz="1600"/>
            </a:lvl6pPr>
            <a:lvl7pPr indent="-304800" lvl="6" marL="3200400" algn="l">
              <a:lnSpc>
                <a:spcPct val="115000"/>
              </a:lnSpc>
              <a:spcBef>
                <a:spcPts val="0"/>
              </a:spcBef>
              <a:spcAft>
                <a:spcPts val="0"/>
              </a:spcAft>
              <a:buSzPts val="1200"/>
              <a:buChar char="●"/>
              <a:defRPr sz="1600"/>
            </a:lvl7pPr>
            <a:lvl8pPr indent="-304800" lvl="7" marL="3657600" algn="l">
              <a:lnSpc>
                <a:spcPct val="115000"/>
              </a:lnSpc>
              <a:spcBef>
                <a:spcPts val="0"/>
              </a:spcBef>
              <a:spcAft>
                <a:spcPts val="0"/>
              </a:spcAft>
              <a:buSzPts val="1200"/>
              <a:buChar char="○"/>
              <a:defRPr sz="1600"/>
            </a:lvl8pPr>
            <a:lvl9pPr indent="-304800" lvl="8" marL="4114800" algn="l">
              <a:lnSpc>
                <a:spcPct val="115000"/>
              </a:lnSpc>
              <a:spcBef>
                <a:spcPts val="0"/>
              </a:spcBef>
              <a:spcAft>
                <a:spcPts val="0"/>
              </a:spcAft>
              <a:buSzPts val="1200"/>
              <a:buChar char="■"/>
              <a:defRPr sz="1600"/>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None">
  <p:cSld name="1_Blank None">
    <p:spTree>
      <p:nvGrpSpPr>
        <p:cNvPr id="22" name="Shape 22"/>
        <p:cNvGrpSpPr/>
        <p:nvPr/>
      </p:nvGrpSpPr>
      <p:grpSpPr>
        <a:xfrm>
          <a:off x="0" y="0"/>
          <a:ext cx="0" cy="0"/>
          <a:chOff x="0" y="0"/>
          <a:chExt cx="0" cy="0"/>
        </a:xfrm>
      </p:grpSpPr>
      <p:pic>
        <p:nvPicPr>
          <p:cNvPr descr="A black and red background&#10;&#10;Description automatically generated" id="23" name="Google Shape;23;p33"/>
          <p:cNvPicPr preferRelativeResize="0"/>
          <p:nvPr/>
        </p:nvPicPr>
        <p:blipFill rotWithShape="1">
          <a:blip r:embed="rId2">
            <a:alphaModFix/>
          </a:blip>
          <a:srcRect b="0" l="0" r="0" t="0"/>
          <a:stretch/>
        </p:blipFill>
        <p:spPr>
          <a:xfrm>
            <a:off x="0" y="0"/>
            <a:ext cx="12192000" cy="6851904"/>
          </a:xfrm>
          <a:prstGeom prst="rect">
            <a:avLst/>
          </a:prstGeom>
          <a:noFill/>
          <a:ln>
            <a:noFill/>
          </a:ln>
        </p:spPr>
      </p:pic>
      <p:sp>
        <p:nvSpPr>
          <p:cNvPr id="24" name="Google Shape;24;p33"/>
          <p:cNvSpPr txBox="1"/>
          <p:nvPr>
            <p:ph type="title"/>
          </p:nvPr>
        </p:nvSpPr>
        <p:spPr>
          <a:xfrm>
            <a:off x="415600" y="593367"/>
            <a:ext cx="11360800" cy="763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5" name="Google Shape;25;p33"/>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300"/>
              <a:buFont typeface="Arial"/>
              <a:buNone/>
              <a:defRPr b="0" i="0" sz="1333" u="none" cap="none" strike="noStrike">
                <a:solidFill>
                  <a:schemeClr val="lt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33" u="none" cap="none" strike="noStrike">
                <a:solidFill>
                  <a:schemeClr val="lt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33" u="none" cap="none" strike="noStrike">
                <a:solidFill>
                  <a:schemeClr val="lt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33" u="none" cap="none" strike="noStrike">
                <a:solidFill>
                  <a:schemeClr val="lt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33" u="none" cap="none" strike="noStrike">
                <a:solidFill>
                  <a:schemeClr val="lt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33" u="none" cap="none" strike="noStrike">
                <a:solidFill>
                  <a:schemeClr val="lt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33" u="none" cap="none" strike="noStrike">
                <a:solidFill>
                  <a:schemeClr val="lt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33" u="none" cap="none" strike="noStrike">
                <a:solidFill>
                  <a:schemeClr val="lt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33"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
        <p:nvSpPr>
          <p:cNvPr id="26" name="Google Shape;26;p33"/>
          <p:cNvSpPr/>
          <p:nvPr/>
        </p:nvSpPr>
        <p:spPr>
          <a:xfrm rot="5400000">
            <a:off x="-698269" y="4447309"/>
            <a:ext cx="3108960" cy="1712422"/>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 name="Google Shape;27;p33"/>
          <p:cNvSpPr txBox="1"/>
          <p:nvPr>
            <p:ph idx="1" type="body"/>
          </p:nvPr>
        </p:nvSpPr>
        <p:spPr>
          <a:xfrm>
            <a:off x="415599" y="1536633"/>
            <a:ext cx="7837149" cy="45552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2000"/>
              </a:spcBef>
              <a:spcAft>
                <a:spcPts val="0"/>
              </a:spcAft>
              <a:buSzPts val="1400"/>
              <a:buChar char="&gt;"/>
              <a:defRPr sz="1867"/>
            </a:lvl1pPr>
            <a:lvl2pPr indent="-304800" lvl="1" marL="914400" algn="l">
              <a:lnSpc>
                <a:spcPct val="115000"/>
              </a:lnSpc>
              <a:spcBef>
                <a:spcPts val="0"/>
              </a:spcBef>
              <a:spcAft>
                <a:spcPts val="0"/>
              </a:spcAft>
              <a:buSzPts val="1200"/>
              <a:buChar char="○"/>
              <a:defRPr sz="1600"/>
            </a:lvl2pPr>
            <a:lvl3pPr indent="-304800" lvl="2" marL="1371600" algn="l">
              <a:lnSpc>
                <a:spcPct val="115000"/>
              </a:lnSpc>
              <a:spcBef>
                <a:spcPts val="0"/>
              </a:spcBef>
              <a:spcAft>
                <a:spcPts val="0"/>
              </a:spcAft>
              <a:buSzPts val="1200"/>
              <a:buFont typeface="Roboto Light"/>
              <a:buChar char="■"/>
              <a:defRPr sz="1600">
                <a:latin typeface="Roboto Light"/>
                <a:ea typeface="Roboto Light"/>
                <a:cs typeface="Roboto Light"/>
                <a:sym typeface="Roboto Light"/>
              </a:defRPr>
            </a:lvl3pPr>
            <a:lvl4pPr indent="-304800" lvl="3" marL="1828800" algn="l">
              <a:lnSpc>
                <a:spcPct val="115000"/>
              </a:lnSpc>
              <a:spcBef>
                <a:spcPts val="0"/>
              </a:spcBef>
              <a:spcAft>
                <a:spcPts val="0"/>
              </a:spcAft>
              <a:buSzPts val="1200"/>
              <a:buChar char="●"/>
              <a:defRPr sz="1600"/>
            </a:lvl4pPr>
            <a:lvl5pPr indent="-304800" lvl="4" marL="2286000" algn="l">
              <a:lnSpc>
                <a:spcPct val="115000"/>
              </a:lnSpc>
              <a:spcBef>
                <a:spcPts val="0"/>
              </a:spcBef>
              <a:spcAft>
                <a:spcPts val="0"/>
              </a:spcAft>
              <a:buSzPts val="1200"/>
              <a:buChar char="○"/>
              <a:defRPr sz="1600"/>
            </a:lvl5pPr>
            <a:lvl6pPr indent="-304800" lvl="5" marL="2743200" algn="l">
              <a:lnSpc>
                <a:spcPct val="115000"/>
              </a:lnSpc>
              <a:spcBef>
                <a:spcPts val="0"/>
              </a:spcBef>
              <a:spcAft>
                <a:spcPts val="0"/>
              </a:spcAft>
              <a:buSzPts val="1200"/>
              <a:buChar char="■"/>
              <a:defRPr sz="1600"/>
            </a:lvl6pPr>
            <a:lvl7pPr indent="-304800" lvl="6" marL="3200400" algn="l">
              <a:lnSpc>
                <a:spcPct val="115000"/>
              </a:lnSpc>
              <a:spcBef>
                <a:spcPts val="0"/>
              </a:spcBef>
              <a:spcAft>
                <a:spcPts val="0"/>
              </a:spcAft>
              <a:buSzPts val="1200"/>
              <a:buChar char="●"/>
              <a:defRPr sz="1600"/>
            </a:lvl7pPr>
            <a:lvl8pPr indent="-304800" lvl="7" marL="3657600" algn="l">
              <a:lnSpc>
                <a:spcPct val="115000"/>
              </a:lnSpc>
              <a:spcBef>
                <a:spcPts val="0"/>
              </a:spcBef>
              <a:spcAft>
                <a:spcPts val="0"/>
              </a:spcAft>
              <a:buSzPts val="1200"/>
              <a:buChar char="○"/>
              <a:defRPr sz="1600"/>
            </a:lvl8pPr>
            <a:lvl9pPr indent="-304800" lvl="8" marL="4114800" algn="l">
              <a:lnSpc>
                <a:spcPct val="115000"/>
              </a:lnSpc>
              <a:spcBef>
                <a:spcPts val="0"/>
              </a:spcBef>
              <a:spcAft>
                <a:spcPts val="0"/>
              </a:spcAft>
              <a:buSzPts val="1200"/>
              <a:buChar char="■"/>
              <a:defRPr sz="1600"/>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1_Title slide">
    <p:spTree>
      <p:nvGrpSpPr>
        <p:cNvPr id="28" name="Shape 28"/>
        <p:cNvGrpSpPr/>
        <p:nvPr/>
      </p:nvGrpSpPr>
      <p:grpSpPr>
        <a:xfrm>
          <a:off x="0" y="0"/>
          <a:ext cx="0" cy="0"/>
          <a:chOff x="0" y="0"/>
          <a:chExt cx="0" cy="0"/>
        </a:xfrm>
      </p:grpSpPr>
      <p:pic>
        <p:nvPicPr>
          <p:cNvPr descr="A black and red background&#10;&#10;Description automatically generated" id="29" name="Google Shape;29;p34"/>
          <p:cNvPicPr preferRelativeResize="0"/>
          <p:nvPr/>
        </p:nvPicPr>
        <p:blipFill rotWithShape="1">
          <a:blip r:embed="rId2">
            <a:alphaModFix/>
          </a:blip>
          <a:srcRect b="0" l="65506" r="0" t="39910"/>
          <a:stretch/>
        </p:blipFill>
        <p:spPr>
          <a:xfrm rot="-5400000">
            <a:off x="8030613" y="44081"/>
            <a:ext cx="4205468" cy="4117306"/>
          </a:xfrm>
          <a:prstGeom prst="rect">
            <a:avLst/>
          </a:prstGeom>
          <a:noFill/>
          <a:ln>
            <a:noFill/>
          </a:ln>
        </p:spPr>
      </p:pic>
      <p:pic>
        <p:nvPicPr>
          <p:cNvPr id="30" name="Google Shape;30;p34"/>
          <p:cNvPicPr preferRelativeResize="0"/>
          <p:nvPr/>
        </p:nvPicPr>
        <p:blipFill rotWithShape="1">
          <a:blip r:embed="rId3">
            <a:alphaModFix/>
          </a:blip>
          <a:srcRect b="0" l="0" r="51987" t="0"/>
          <a:stretch/>
        </p:blipFill>
        <p:spPr>
          <a:xfrm rot="5400000">
            <a:off x="-1072150" y="4860117"/>
            <a:ext cx="3070033" cy="925733"/>
          </a:xfrm>
          <a:prstGeom prst="rect">
            <a:avLst/>
          </a:prstGeom>
          <a:noFill/>
          <a:ln>
            <a:noFill/>
          </a:ln>
        </p:spPr>
      </p:pic>
      <p:sp>
        <p:nvSpPr>
          <p:cNvPr id="31" name="Google Shape;31;p34"/>
          <p:cNvSpPr txBox="1"/>
          <p:nvPr>
            <p:ph type="ctrTitle"/>
          </p:nvPr>
        </p:nvSpPr>
        <p:spPr>
          <a:xfrm>
            <a:off x="633046" y="2296608"/>
            <a:ext cx="9043517" cy="2264783"/>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Font typeface="Roboto Serif SemiBold"/>
              <a:buNone/>
              <a:defRPr b="0" sz="6933">
                <a:latin typeface="Roboto Serif SemiBold"/>
                <a:ea typeface="Roboto Serif SemiBold"/>
                <a:cs typeface="Roboto Serif SemiBold"/>
                <a:sym typeface="Roboto Serif SemiBold"/>
              </a:defRPr>
            </a:lvl1pPr>
            <a:lvl2pPr lvl="1" algn="ctr">
              <a:lnSpc>
                <a:spcPct val="100000"/>
              </a:lnSpc>
              <a:spcBef>
                <a:spcPts val="0"/>
              </a:spcBef>
              <a:spcAft>
                <a:spcPts val="0"/>
              </a:spcAft>
              <a:buSzPts val="5200"/>
              <a:buNone/>
              <a:defRPr sz="6933"/>
            </a:lvl2pPr>
            <a:lvl3pPr lvl="2" algn="ctr">
              <a:lnSpc>
                <a:spcPct val="100000"/>
              </a:lnSpc>
              <a:spcBef>
                <a:spcPts val="0"/>
              </a:spcBef>
              <a:spcAft>
                <a:spcPts val="0"/>
              </a:spcAft>
              <a:buSzPts val="5200"/>
              <a:buNone/>
              <a:defRPr sz="6933"/>
            </a:lvl3pPr>
            <a:lvl4pPr lvl="3" algn="ctr">
              <a:lnSpc>
                <a:spcPct val="100000"/>
              </a:lnSpc>
              <a:spcBef>
                <a:spcPts val="0"/>
              </a:spcBef>
              <a:spcAft>
                <a:spcPts val="0"/>
              </a:spcAft>
              <a:buSzPts val="5200"/>
              <a:buNone/>
              <a:defRPr sz="6933"/>
            </a:lvl4pPr>
            <a:lvl5pPr lvl="4" algn="ctr">
              <a:lnSpc>
                <a:spcPct val="100000"/>
              </a:lnSpc>
              <a:spcBef>
                <a:spcPts val="0"/>
              </a:spcBef>
              <a:spcAft>
                <a:spcPts val="0"/>
              </a:spcAft>
              <a:buSzPts val="5200"/>
              <a:buNone/>
              <a:defRPr sz="6933"/>
            </a:lvl5pPr>
            <a:lvl6pPr lvl="5" algn="ctr">
              <a:lnSpc>
                <a:spcPct val="100000"/>
              </a:lnSpc>
              <a:spcBef>
                <a:spcPts val="0"/>
              </a:spcBef>
              <a:spcAft>
                <a:spcPts val="0"/>
              </a:spcAft>
              <a:buSzPts val="5200"/>
              <a:buNone/>
              <a:defRPr sz="6933"/>
            </a:lvl6pPr>
            <a:lvl7pPr lvl="6" algn="ctr">
              <a:lnSpc>
                <a:spcPct val="100000"/>
              </a:lnSpc>
              <a:spcBef>
                <a:spcPts val="0"/>
              </a:spcBef>
              <a:spcAft>
                <a:spcPts val="0"/>
              </a:spcAft>
              <a:buSzPts val="5200"/>
              <a:buNone/>
              <a:defRPr sz="6933"/>
            </a:lvl7pPr>
            <a:lvl8pPr lvl="7" algn="ctr">
              <a:lnSpc>
                <a:spcPct val="100000"/>
              </a:lnSpc>
              <a:spcBef>
                <a:spcPts val="0"/>
              </a:spcBef>
              <a:spcAft>
                <a:spcPts val="0"/>
              </a:spcAft>
              <a:buSzPts val="5200"/>
              <a:buNone/>
              <a:defRPr sz="6933"/>
            </a:lvl8pPr>
            <a:lvl9pPr lvl="8" algn="ctr">
              <a:lnSpc>
                <a:spcPct val="100000"/>
              </a:lnSpc>
              <a:spcBef>
                <a:spcPts val="0"/>
              </a:spcBef>
              <a:spcAft>
                <a:spcPts val="0"/>
              </a:spcAft>
              <a:buSzPts val="5200"/>
              <a:buNone/>
              <a:defRPr sz="6933"/>
            </a:lvl9pPr>
          </a:lstStyle>
          <a:p/>
        </p:txBody>
      </p:sp>
      <p:sp>
        <p:nvSpPr>
          <p:cNvPr id="32" name="Google Shape;32;p34"/>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333"/>
              <a:buFont typeface="Arial"/>
              <a:buNone/>
              <a:defRPr b="0" i="0" sz="1333" u="none" cap="none" strike="noStrike">
                <a:solidFill>
                  <a:schemeClr val="lt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33"/>
              <a:buFont typeface="Arial"/>
              <a:buNone/>
              <a:defRPr b="0" i="0" sz="1333" u="none" cap="none" strike="noStrike">
                <a:solidFill>
                  <a:schemeClr val="lt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33"/>
              <a:buFont typeface="Arial"/>
              <a:buNone/>
              <a:defRPr b="0" i="0" sz="1333" u="none" cap="none" strike="noStrike">
                <a:solidFill>
                  <a:schemeClr val="lt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33"/>
              <a:buFont typeface="Arial"/>
              <a:buNone/>
              <a:defRPr b="0" i="0" sz="1333" u="none" cap="none" strike="noStrike">
                <a:solidFill>
                  <a:schemeClr val="lt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33"/>
              <a:buFont typeface="Arial"/>
              <a:buNone/>
              <a:defRPr b="0" i="0" sz="1333" u="none" cap="none" strike="noStrike">
                <a:solidFill>
                  <a:schemeClr val="lt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33"/>
              <a:buFont typeface="Arial"/>
              <a:buNone/>
              <a:defRPr b="0" i="0" sz="1333" u="none" cap="none" strike="noStrike">
                <a:solidFill>
                  <a:schemeClr val="lt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33"/>
              <a:buFont typeface="Arial"/>
              <a:buNone/>
              <a:defRPr b="0" i="0" sz="1333" u="none" cap="none" strike="noStrike">
                <a:solidFill>
                  <a:schemeClr val="lt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33"/>
              <a:buFont typeface="Arial"/>
              <a:buNone/>
              <a:defRPr b="0" i="0" sz="1333" u="none" cap="none" strike="noStrike">
                <a:solidFill>
                  <a:schemeClr val="lt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33"/>
              <a:buFont typeface="Arial"/>
              <a:buNone/>
              <a:defRPr b="0" i="0" sz="1333"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3" name="Shape 33"/>
        <p:cNvGrpSpPr/>
        <p:nvPr/>
      </p:nvGrpSpPr>
      <p:grpSpPr>
        <a:xfrm>
          <a:off x="0" y="0"/>
          <a:ext cx="0" cy="0"/>
          <a:chOff x="0" y="0"/>
          <a:chExt cx="0" cy="0"/>
        </a:xfrm>
      </p:grpSpPr>
      <p:sp>
        <p:nvSpPr>
          <p:cNvPr id="34" name="Google Shape;34;p35"/>
          <p:cNvSpPr txBox="1"/>
          <p:nvPr>
            <p:ph type="title"/>
          </p:nvPr>
        </p:nvSpPr>
        <p:spPr>
          <a:xfrm>
            <a:off x="415600" y="593367"/>
            <a:ext cx="11360800" cy="763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5" name="Google Shape;35;p35"/>
          <p:cNvSpPr txBox="1"/>
          <p:nvPr>
            <p:ph idx="1" type="body"/>
          </p:nvPr>
        </p:nvSpPr>
        <p:spPr>
          <a:xfrm>
            <a:off x="415600" y="1536633"/>
            <a:ext cx="5333200" cy="45552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2000"/>
              </a:spcBef>
              <a:spcAft>
                <a:spcPts val="0"/>
              </a:spcAft>
              <a:buSzPts val="1400"/>
              <a:buChar char="&gt;"/>
              <a:defRPr sz="1867"/>
            </a:lvl1pPr>
            <a:lvl2pPr indent="-304800" lvl="1" marL="914400" algn="l">
              <a:lnSpc>
                <a:spcPct val="115000"/>
              </a:lnSpc>
              <a:spcBef>
                <a:spcPts val="0"/>
              </a:spcBef>
              <a:spcAft>
                <a:spcPts val="0"/>
              </a:spcAft>
              <a:buSzPts val="1200"/>
              <a:buChar char="○"/>
              <a:defRPr sz="1600"/>
            </a:lvl2pPr>
            <a:lvl3pPr indent="-304800" lvl="2" marL="1371600" algn="l">
              <a:lnSpc>
                <a:spcPct val="115000"/>
              </a:lnSpc>
              <a:spcBef>
                <a:spcPts val="0"/>
              </a:spcBef>
              <a:spcAft>
                <a:spcPts val="0"/>
              </a:spcAft>
              <a:buSzPts val="1200"/>
              <a:buFont typeface="Roboto Light"/>
              <a:buChar char="■"/>
              <a:defRPr sz="1600">
                <a:latin typeface="Roboto Light"/>
                <a:ea typeface="Roboto Light"/>
                <a:cs typeface="Roboto Light"/>
                <a:sym typeface="Roboto Light"/>
              </a:defRPr>
            </a:lvl3pPr>
            <a:lvl4pPr indent="-304800" lvl="3" marL="1828800" algn="l">
              <a:lnSpc>
                <a:spcPct val="115000"/>
              </a:lnSpc>
              <a:spcBef>
                <a:spcPts val="0"/>
              </a:spcBef>
              <a:spcAft>
                <a:spcPts val="0"/>
              </a:spcAft>
              <a:buSzPts val="1200"/>
              <a:buChar char="●"/>
              <a:defRPr sz="1600"/>
            </a:lvl4pPr>
            <a:lvl5pPr indent="-304800" lvl="4" marL="2286000" algn="l">
              <a:lnSpc>
                <a:spcPct val="115000"/>
              </a:lnSpc>
              <a:spcBef>
                <a:spcPts val="0"/>
              </a:spcBef>
              <a:spcAft>
                <a:spcPts val="0"/>
              </a:spcAft>
              <a:buSzPts val="1200"/>
              <a:buChar char="○"/>
              <a:defRPr sz="1600"/>
            </a:lvl5pPr>
            <a:lvl6pPr indent="-304800" lvl="5" marL="2743200" algn="l">
              <a:lnSpc>
                <a:spcPct val="115000"/>
              </a:lnSpc>
              <a:spcBef>
                <a:spcPts val="0"/>
              </a:spcBef>
              <a:spcAft>
                <a:spcPts val="0"/>
              </a:spcAft>
              <a:buSzPts val="1200"/>
              <a:buChar char="■"/>
              <a:defRPr sz="1600"/>
            </a:lvl6pPr>
            <a:lvl7pPr indent="-304800" lvl="6" marL="3200400" algn="l">
              <a:lnSpc>
                <a:spcPct val="115000"/>
              </a:lnSpc>
              <a:spcBef>
                <a:spcPts val="0"/>
              </a:spcBef>
              <a:spcAft>
                <a:spcPts val="0"/>
              </a:spcAft>
              <a:buSzPts val="1200"/>
              <a:buChar char="●"/>
              <a:defRPr sz="1600"/>
            </a:lvl7pPr>
            <a:lvl8pPr indent="-304800" lvl="7" marL="3657600" algn="l">
              <a:lnSpc>
                <a:spcPct val="115000"/>
              </a:lnSpc>
              <a:spcBef>
                <a:spcPts val="0"/>
              </a:spcBef>
              <a:spcAft>
                <a:spcPts val="0"/>
              </a:spcAft>
              <a:buSzPts val="1200"/>
              <a:buChar char="○"/>
              <a:defRPr sz="1600"/>
            </a:lvl8pPr>
            <a:lvl9pPr indent="-304800" lvl="8" marL="4114800" algn="l">
              <a:lnSpc>
                <a:spcPct val="115000"/>
              </a:lnSpc>
              <a:spcBef>
                <a:spcPts val="0"/>
              </a:spcBef>
              <a:spcAft>
                <a:spcPts val="0"/>
              </a:spcAft>
              <a:buSzPts val="1200"/>
              <a:buChar char="■"/>
              <a:defRPr sz="1600"/>
            </a:lvl9pPr>
          </a:lstStyle>
          <a:p/>
        </p:txBody>
      </p:sp>
      <p:sp>
        <p:nvSpPr>
          <p:cNvPr id="36" name="Google Shape;36;p35"/>
          <p:cNvSpPr txBox="1"/>
          <p:nvPr>
            <p:ph idx="2" type="body"/>
          </p:nvPr>
        </p:nvSpPr>
        <p:spPr>
          <a:xfrm>
            <a:off x="6443200" y="1536633"/>
            <a:ext cx="5333200" cy="45552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2000"/>
              </a:spcBef>
              <a:spcAft>
                <a:spcPts val="0"/>
              </a:spcAft>
              <a:buSzPts val="1400"/>
              <a:buChar char="&gt;"/>
              <a:defRPr sz="1867"/>
            </a:lvl1pPr>
            <a:lvl2pPr indent="-304800" lvl="1" marL="914400" algn="l">
              <a:lnSpc>
                <a:spcPct val="115000"/>
              </a:lnSpc>
              <a:spcBef>
                <a:spcPts val="0"/>
              </a:spcBef>
              <a:spcAft>
                <a:spcPts val="0"/>
              </a:spcAft>
              <a:buSzPts val="1200"/>
              <a:buChar char="○"/>
              <a:defRPr sz="1600"/>
            </a:lvl2pPr>
            <a:lvl3pPr indent="-304800" lvl="2" marL="1371600" algn="l">
              <a:lnSpc>
                <a:spcPct val="115000"/>
              </a:lnSpc>
              <a:spcBef>
                <a:spcPts val="0"/>
              </a:spcBef>
              <a:spcAft>
                <a:spcPts val="0"/>
              </a:spcAft>
              <a:buSzPts val="1200"/>
              <a:buChar char="■"/>
              <a:defRPr sz="1600"/>
            </a:lvl3pPr>
            <a:lvl4pPr indent="-304800" lvl="3" marL="1828800" algn="l">
              <a:lnSpc>
                <a:spcPct val="115000"/>
              </a:lnSpc>
              <a:spcBef>
                <a:spcPts val="0"/>
              </a:spcBef>
              <a:spcAft>
                <a:spcPts val="0"/>
              </a:spcAft>
              <a:buSzPts val="1200"/>
              <a:buChar char="●"/>
              <a:defRPr sz="1600"/>
            </a:lvl4pPr>
            <a:lvl5pPr indent="-304800" lvl="4" marL="2286000" algn="l">
              <a:lnSpc>
                <a:spcPct val="115000"/>
              </a:lnSpc>
              <a:spcBef>
                <a:spcPts val="0"/>
              </a:spcBef>
              <a:spcAft>
                <a:spcPts val="0"/>
              </a:spcAft>
              <a:buSzPts val="1200"/>
              <a:buChar char="○"/>
              <a:defRPr sz="1600"/>
            </a:lvl5pPr>
            <a:lvl6pPr indent="-304800" lvl="5" marL="2743200" algn="l">
              <a:lnSpc>
                <a:spcPct val="115000"/>
              </a:lnSpc>
              <a:spcBef>
                <a:spcPts val="0"/>
              </a:spcBef>
              <a:spcAft>
                <a:spcPts val="0"/>
              </a:spcAft>
              <a:buSzPts val="1200"/>
              <a:buChar char="■"/>
              <a:defRPr sz="1600"/>
            </a:lvl6pPr>
            <a:lvl7pPr indent="-304800" lvl="6" marL="3200400" algn="l">
              <a:lnSpc>
                <a:spcPct val="115000"/>
              </a:lnSpc>
              <a:spcBef>
                <a:spcPts val="0"/>
              </a:spcBef>
              <a:spcAft>
                <a:spcPts val="0"/>
              </a:spcAft>
              <a:buSzPts val="1200"/>
              <a:buChar char="●"/>
              <a:defRPr sz="1600"/>
            </a:lvl7pPr>
            <a:lvl8pPr indent="-304800" lvl="7" marL="3657600" algn="l">
              <a:lnSpc>
                <a:spcPct val="115000"/>
              </a:lnSpc>
              <a:spcBef>
                <a:spcPts val="0"/>
              </a:spcBef>
              <a:spcAft>
                <a:spcPts val="0"/>
              </a:spcAft>
              <a:buSzPts val="1200"/>
              <a:buChar char="○"/>
              <a:defRPr sz="1600"/>
            </a:lvl8pPr>
            <a:lvl9pPr indent="-304800" lvl="8" marL="4114800" algn="l">
              <a:lnSpc>
                <a:spcPct val="115000"/>
              </a:lnSpc>
              <a:spcBef>
                <a:spcPts val="0"/>
              </a:spcBef>
              <a:spcAft>
                <a:spcPts val="0"/>
              </a:spcAft>
              <a:buSzPts val="1200"/>
              <a:buChar char="■"/>
              <a:defRPr sz="1600"/>
            </a:lvl9pPr>
          </a:lstStyle>
          <a:p/>
        </p:txBody>
      </p:sp>
      <p:sp>
        <p:nvSpPr>
          <p:cNvPr id="37" name="Google Shape;37;p35"/>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333"/>
              <a:buFont typeface="Arial"/>
              <a:buNone/>
              <a:defRPr b="0" i="0" sz="1333" u="none" cap="none" strike="noStrike">
                <a:solidFill>
                  <a:schemeClr val="lt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33"/>
              <a:buFont typeface="Arial"/>
              <a:buNone/>
              <a:defRPr b="0" i="0" sz="1333" u="none" cap="none" strike="noStrike">
                <a:solidFill>
                  <a:schemeClr val="lt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33"/>
              <a:buFont typeface="Arial"/>
              <a:buNone/>
              <a:defRPr b="0" i="0" sz="1333" u="none" cap="none" strike="noStrike">
                <a:solidFill>
                  <a:schemeClr val="lt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33"/>
              <a:buFont typeface="Arial"/>
              <a:buNone/>
              <a:defRPr b="0" i="0" sz="1333" u="none" cap="none" strike="noStrike">
                <a:solidFill>
                  <a:schemeClr val="lt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33"/>
              <a:buFont typeface="Arial"/>
              <a:buNone/>
              <a:defRPr b="0" i="0" sz="1333" u="none" cap="none" strike="noStrike">
                <a:solidFill>
                  <a:schemeClr val="lt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33"/>
              <a:buFont typeface="Arial"/>
              <a:buNone/>
              <a:defRPr b="0" i="0" sz="1333" u="none" cap="none" strike="noStrike">
                <a:solidFill>
                  <a:schemeClr val="lt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33"/>
              <a:buFont typeface="Arial"/>
              <a:buNone/>
              <a:defRPr b="0" i="0" sz="1333" u="none" cap="none" strike="noStrike">
                <a:solidFill>
                  <a:schemeClr val="lt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33"/>
              <a:buFont typeface="Arial"/>
              <a:buNone/>
              <a:defRPr b="0" i="0" sz="1333" u="none" cap="none" strike="noStrike">
                <a:solidFill>
                  <a:schemeClr val="lt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33"/>
              <a:buFont typeface="Arial"/>
              <a:buNone/>
              <a:defRPr b="0" i="0" sz="1333"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None">
  <p:cSld name="1_Blank None 2">
    <p:spTree>
      <p:nvGrpSpPr>
        <p:cNvPr id="38" name="Shape 38"/>
        <p:cNvGrpSpPr/>
        <p:nvPr/>
      </p:nvGrpSpPr>
      <p:grpSpPr>
        <a:xfrm>
          <a:off x="0" y="0"/>
          <a:ext cx="0" cy="0"/>
          <a:chOff x="0" y="0"/>
          <a:chExt cx="0" cy="0"/>
        </a:xfrm>
      </p:grpSpPr>
      <p:sp>
        <p:nvSpPr>
          <p:cNvPr id="39" name="Google Shape;39;p36"/>
          <p:cNvSpPr txBox="1"/>
          <p:nvPr>
            <p:ph type="title"/>
          </p:nvPr>
        </p:nvSpPr>
        <p:spPr>
          <a:xfrm>
            <a:off x="415600" y="593367"/>
            <a:ext cx="11360800" cy="763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40" name="Google Shape;40;p36"/>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300"/>
              <a:buFont typeface="Arial"/>
              <a:buNone/>
              <a:defRPr b="0" i="0" sz="1333" u="none" cap="none" strike="noStrike">
                <a:solidFill>
                  <a:schemeClr val="lt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33" u="none" cap="none" strike="noStrike">
                <a:solidFill>
                  <a:schemeClr val="lt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33" u="none" cap="none" strike="noStrike">
                <a:solidFill>
                  <a:schemeClr val="lt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33" u="none" cap="none" strike="noStrike">
                <a:solidFill>
                  <a:schemeClr val="lt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33" u="none" cap="none" strike="noStrike">
                <a:solidFill>
                  <a:schemeClr val="lt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33" u="none" cap="none" strike="noStrike">
                <a:solidFill>
                  <a:schemeClr val="lt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33" u="none" cap="none" strike="noStrike">
                <a:solidFill>
                  <a:schemeClr val="lt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33" u="none" cap="none" strike="noStrike">
                <a:solidFill>
                  <a:schemeClr val="lt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33"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1" name="Shape 41"/>
        <p:cNvGrpSpPr/>
        <p:nvPr/>
      </p:nvGrpSpPr>
      <p:grpSpPr>
        <a:xfrm>
          <a:off x="0" y="0"/>
          <a:ext cx="0" cy="0"/>
          <a:chOff x="0" y="0"/>
          <a:chExt cx="0" cy="0"/>
        </a:xfrm>
      </p:grpSpPr>
      <p:sp>
        <p:nvSpPr>
          <p:cNvPr id="42" name="Google Shape;42;p37"/>
          <p:cNvSpPr txBox="1"/>
          <p:nvPr>
            <p:ph type="title"/>
          </p:nvPr>
        </p:nvSpPr>
        <p:spPr>
          <a:xfrm>
            <a:off x="415600" y="593367"/>
            <a:ext cx="11360800" cy="763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43" name="Google Shape;43;p37"/>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333"/>
              <a:buFont typeface="Arial"/>
              <a:buNone/>
              <a:defRPr b="0" i="0" sz="1333" u="none" cap="none" strike="noStrike">
                <a:solidFill>
                  <a:schemeClr val="lt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33"/>
              <a:buFont typeface="Arial"/>
              <a:buNone/>
              <a:defRPr b="0" i="0" sz="1333" u="none" cap="none" strike="noStrike">
                <a:solidFill>
                  <a:schemeClr val="lt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33"/>
              <a:buFont typeface="Arial"/>
              <a:buNone/>
              <a:defRPr b="0" i="0" sz="1333" u="none" cap="none" strike="noStrike">
                <a:solidFill>
                  <a:schemeClr val="lt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33"/>
              <a:buFont typeface="Arial"/>
              <a:buNone/>
              <a:defRPr b="0" i="0" sz="1333" u="none" cap="none" strike="noStrike">
                <a:solidFill>
                  <a:schemeClr val="lt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33"/>
              <a:buFont typeface="Arial"/>
              <a:buNone/>
              <a:defRPr b="0" i="0" sz="1333" u="none" cap="none" strike="noStrike">
                <a:solidFill>
                  <a:schemeClr val="lt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33"/>
              <a:buFont typeface="Arial"/>
              <a:buNone/>
              <a:defRPr b="0" i="0" sz="1333" u="none" cap="none" strike="noStrike">
                <a:solidFill>
                  <a:schemeClr val="lt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33"/>
              <a:buFont typeface="Arial"/>
              <a:buNone/>
              <a:defRPr b="0" i="0" sz="1333" u="none" cap="none" strike="noStrike">
                <a:solidFill>
                  <a:schemeClr val="lt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33"/>
              <a:buFont typeface="Arial"/>
              <a:buNone/>
              <a:defRPr b="0" i="0" sz="1333" u="none" cap="none" strike="noStrike">
                <a:solidFill>
                  <a:schemeClr val="lt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33"/>
              <a:buFont typeface="Arial"/>
              <a:buNone/>
              <a:defRPr b="0" i="0" sz="1333"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44" name="Shape 44"/>
        <p:cNvGrpSpPr/>
        <p:nvPr/>
      </p:nvGrpSpPr>
      <p:grpSpPr>
        <a:xfrm>
          <a:off x="0" y="0"/>
          <a:ext cx="0" cy="0"/>
          <a:chOff x="0" y="0"/>
          <a:chExt cx="0" cy="0"/>
        </a:xfrm>
      </p:grpSpPr>
      <p:sp>
        <p:nvSpPr>
          <p:cNvPr id="45" name="Google Shape;45;p38"/>
          <p:cNvSpPr txBox="1"/>
          <p:nvPr>
            <p:ph idx="1" type="body"/>
          </p:nvPr>
        </p:nvSpPr>
        <p:spPr>
          <a:xfrm>
            <a:off x="415600" y="5640767"/>
            <a:ext cx="7998400" cy="8068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2000"/>
              </a:spcBef>
              <a:spcAft>
                <a:spcPts val="0"/>
              </a:spcAft>
              <a:buClr>
                <a:schemeClr val="lt1"/>
              </a:buClr>
              <a:buSzPts val="1800"/>
              <a:buNone/>
              <a:defRPr>
                <a:solidFill>
                  <a:schemeClr val="lt1"/>
                </a:solidFill>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6" name="Google Shape;46;p38"/>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333"/>
              <a:buFont typeface="Arial"/>
              <a:buNone/>
              <a:defRPr b="0" i="0" sz="1333" u="none" cap="none" strike="noStrike">
                <a:solidFill>
                  <a:schemeClr val="lt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33"/>
              <a:buFont typeface="Arial"/>
              <a:buNone/>
              <a:defRPr b="0" i="0" sz="1333" u="none" cap="none" strike="noStrike">
                <a:solidFill>
                  <a:schemeClr val="lt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33"/>
              <a:buFont typeface="Arial"/>
              <a:buNone/>
              <a:defRPr b="0" i="0" sz="1333" u="none" cap="none" strike="noStrike">
                <a:solidFill>
                  <a:schemeClr val="lt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33"/>
              <a:buFont typeface="Arial"/>
              <a:buNone/>
              <a:defRPr b="0" i="0" sz="1333" u="none" cap="none" strike="noStrike">
                <a:solidFill>
                  <a:schemeClr val="lt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33"/>
              <a:buFont typeface="Arial"/>
              <a:buNone/>
              <a:defRPr b="0" i="0" sz="1333" u="none" cap="none" strike="noStrike">
                <a:solidFill>
                  <a:schemeClr val="lt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33"/>
              <a:buFont typeface="Arial"/>
              <a:buNone/>
              <a:defRPr b="0" i="0" sz="1333" u="none" cap="none" strike="noStrike">
                <a:solidFill>
                  <a:schemeClr val="lt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33"/>
              <a:buFont typeface="Arial"/>
              <a:buNone/>
              <a:defRPr b="0" i="0" sz="1333" u="none" cap="none" strike="noStrike">
                <a:solidFill>
                  <a:schemeClr val="lt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33"/>
              <a:buFont typeface="Arial"/>
              <a:buNone/>
              <a:defRPr b="0" i="0" sz="1333" u="none" cap="none" strike="noStrike">
                <a:solidFill>
                  <a:schemeClr val="lt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33"/>
              <a:buFont typeface="Arial"/>
              <a:buNone/>
              <a:defRPr b="0" i="0" sz="1333"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47" name="Shape 47"/>
        <p:cNvGrpSpPr/>
        <p:nvPr/>
      </p:nvGrpSpPr>
      <p:grpSpPr>
        <a:xfrm>
          <a:off x="0" y="0"/>
          <a:ext cx="0" cy="0"/>
          <a:chOff x="0" y="0"/>
          <a:chExt cx="0" cy="0"/>
        </a:xfrm>
      </p:grpSpPr>
      <p:sp>
        <p:nvSpPr>
          <p:cNvPr id="48" name="Google Shape;48;p39"/>
          <p:cNvSpPr txBox="1"/>
          <p:nvPr>
            <p:ph type="title"/>
          </p:nvPr>
        </p:nvSpPr>
        <p:spPr>
          <a:xfrm>
            <a:off x="415600" y="1474833"/>
            <a:ext cx="11360800" cy="26180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6000"/>
            </a:lvl1pPr>
            <a:lvl2pPr lvl="1" algn="ctr">
              <a:lnSpc>
                <a:spcPct val="100000"/>
              </a:lnSpc>
              <a:spcBef>
                <a:spcPts val="0"/>
              </a:spcBef>
              <a:spcAft>
                <a:spcPts val="0"/>
              </a:spcAft>
              <a:buSzPts val="12000"/>
              <a:buNone/>
              <a:defRPr sz="16000"/>
            </a:lvl2pPr>
            <a:lvl3pPr lvl="2" algn="ctr">
              <a:lnSpc>
                <a:spcPct val="100000"/>
              </a:lnSpc>
              <a:spcBef>
                <a:spcPts val="0"/>
              </a:spcBef>
              <a:spcAft>
                <a:spcPts val="0"/>
              </a:spcAft>
              <a:buSzPts val="12000"/>
              <a:buNone/>
              <a:defRPr sz="16000"/>
            </a:lvl3pPr>
            <a:lvl4pPr lvl="3" algn="ctr">
              <a:lnSpc>
                <a:spcPct val="100000"/>
              </a:lnSpc>
              <a:spcBef>
                <a:spcPts val="0"/>
              </a:spcBef>
              <a:spcAft>
                <a:spcPts val="0"/>
              </a:spcAft>
              <a:buSzPts val="12000"/>
              <a:buNone/>
              <a:defRPr sz="16000"/>
            </a:lvl4pPr>
            <a:lvl5pPr lvl="4" algn="ctr">
              <a:lnSpc>
                <a:spcPct val="100000"/>
              </a:lnSpc>
              <a:spcBef>
                <a:spcPts val="0"/>
              </a:spcBef>
              <a:spcAft>
                <a:spcPts val="0"/>
              </a:spcAft>
              <a:buSzPts val="12000"/>
              <a:buNone/>
              <a:defRPr sz="16000"/>
            </a:lvl5pPr>
            <a:lvl6pPr lvl="5" algn="ctr">
              <a:lnSpc>
                <a:spcPct val="100000"/>
              </a:lnSpc>
              <a:spcBef>
                <a:spcPts val="0"/>
              </a:spcBef>
              <a:spcAft>
                <a:spcPts val="0"/>
              </a:spcAft>
              <a:buSzPts val="12000"/>
              <a:buNone/>
              <a:defRPr sz="16000"/>
            </a:lvl6pPr>
            <a:lvl7pPr lvl="6" algn="ctr">
              <a:lnSpc>
                <a:spcPct val="100000"/>
              </a:lnSpc>
              <a:spcBef>
                <a:spcPts val="0"/>
              </a:spcBef>
              <a:spcAft>
                <a:spcPts val="0"/>
              </a:spcAft>
              <a:buSzPts val="12000"/>
              <a:buNone/>
              <a:defRPr sz="16000"/>
            </a:lvl7pPr>
            <a:lvl8pPr lvl="7" algn="ctr">
              <a:lnSpc>
                <a:spcPct val="100000"/>
              </a:lnSpc>
              <a:spcBef>
                <a:spcPts val="0"/>
              </a:spcBef>
              <a:spcAft>
                <a:spcPts val="0"/>
              </a:spcAft>
              <a:buSzPts val="12000"/>
              <a:buNone/>
              <a:defRPr sz="16000"/>
            </a:lvl8pPr>
            <a:lvl9pPr lvl="8" algn="ctr">
              <a:lnSpc>
                <a:spcPct val="100000"/>
              </a:lnSpc>
              <a:spcBef>
                <a:spcPts val="0"/>
              </a:spcBef>
              <a:spcAft>
                <a:spcPts val="0"/>
              </a:spcAft>
              <a:buSzPts val="12000"/>
              <a:buNone/>
              <a:defRPr sz="16000"/>
            </a:lvl9pPr>
          </a:lstStyle>
          <a:p/>
        </p:txBody>
      </p:sp>
      <p:sp>
        <p:nvSpPr>
          <p:cNvPr id="49" name="Google Shape;49;p39"/>
          <p:cNvSpPr txBox="1"/>
          <p:nvPr>
            <p:ph idx="1" type="body"/>
          </p:nvPr>
        </p:nvSpPr>
        <p:spPr>
          <a:xfrm>
            <a:off x="415600" y="4202967"/>
            <a:ext cx="11360800" cy="17344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2000"/>
              </a:spcBef>
              <a:spcAft>
                <a:spcPts val="0"/>
              </a:spcAft>
              <a:buSzPts val="1800"/>
              <a:buChar char="&gt;"/>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50" name="Google Shape;50;p39"/>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333"/>
              <a:buFont typeface="Arial"/>
              <a:buNone/>
              <a:defRPr b="0" i="0" sz="1333" u="none" cap="none" strike="noStrike">
                <a:solidFill>
                  <a:schemeClr val="lt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33"/>
              <a:buFont typeface="Arial"/>
              <a:buNone/>
              <a:defRPr b="0" i="0" sz="1333" u="none" cap="none" strike="noStrike">
                <a:solidFill>
                  <a:schemeClr val="lt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33"/>
              <a:buFont typeface="Arial"/>
              <a:buNone/>
              <a:defRPr b="0" i="0" sz="1333" u="none" cap="none" strike="noStrike">
                <a:solidFill>
                  <a:schemeClr val="lt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33"/>
              <a:buFont typeface="Arial"/>
              <a:buNone/>
              <a:defRPr b="0" i="0" sz="1333" u="none" cap="none" strike="noStrike">
                <a:solidFill>
                  <a:schemeClr val="lt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33"/>
              <a:buFont typeface="Arial"/>
              <a:buNone/>
              <a:defRPr b="0" i="0" sz="1333" u="none" cap="none" strike="noStrike">
                <a:solidFill>
                  <a:schemeClr val="lt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33"/>
              <a:buFont typeface="Arial"/>
              <a:buNone/>
              <a:defRPr b="0" i="0" sz="1333" u="none" cap="none" strike="noStrike">
                <a:solidFill>
                  <a:schemeClr val="lt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33"/>
              <a:buFont typeface="Arial"/>
              <a:buNone/>
              <a:defRPr b="0" i="0" sz="1333" u="none" cap="none" strike="noStrike">
                <a:solidFill>
                  <a:schemeClr val="lt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33"/>
              <a:buFont typeface="Arial"/>
              <a:buNone/>
              <a:defRPr b="0" i="0" sz="1333" u="none" cap="none" strike="noStrike">
                <a:solidFill>
                  <a:schemeClr val="lt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33"/>
              <a:buFont typeface="Arial"/>
              <a:buNone/>
              <a:defRPr b="0" i="0" sz="1333"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1" name="Shape 51"/>
        <p:cNvGrpSpPr/>
        <p:nvPr/>
      </p:nvGrpSpPr>
      <p:grpSpPr>
        <a:xfrm>
          <a:off x="0" y="0"/>
          <a:ext cx="0" cy="0"/>
          <a:chOff x="0" y="0"/>
          <a:chExt cx="0" cy="0"/>
        </a:xfrm>
      </p:grpSpPr>
      <p:sp>
        <p:nvSpPr>
          <p:cNvPr id="52" name="Google Shape;52;p40"/>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333"/>
              <a:buFont typeface="Arial"/>
              <a:buNone/>
              <a:defRPr b="0" i="0" sz="1333" u="none" cap="none" strike="noStrike">
                <a:solidFill>
                  <a:schemeClr val="lt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33"/>
              <a:buFont typeface="Arial"/>
              <a:buNone/>
              <a:defRPr b="0" i="0" sz="1333" u="none" cap="none" strike="noStrike">
                <a:solidFill>
                  <a:schemeClr val="lt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33"/>
              <a:buFont typeface="Arial"/>
              <a:buNone/>
              <a:defRPr b="0" i="0" sz="1333" u="none" cap="none" strike="noStrike">
                <a:solidFill>
                  <a:schemeClr val="lt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33"/>
              <a:buFont typeface="Arial"/>
              <a:buNone/>
              <a:defRPr b="0" i="0" sz="1333" u="none" cap="none" strike="noStrike">
                <a:solidFill>
                  <a:schemeClr val="lt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33"/>
              <a:buFont typeface="Arial"/>
              <a:buNone/>
              <a:defRPr b="0" i="0" sz="1333" u="none" cap="none" strike="noStrike">
                <a:solidFill>
                  <a:schemeClr val="lt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33"/>
              <a:buFont typeface="Arial"/>
              <a:buNone/>
              <a:defRPr b="0" i="0" sz="1333" u="none" cap="none" strike="noStrike">
                <a:solidFill>
                  <a:schemeClr val="lt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33"/>
              <a:buFont typeface="Arial"/>
              <a:buNone/>
              <a:defRPr b="0" i="0" sz="1333" u="none" cap="none" strike="noStrike">
                <a:solidFill>
                  <a:schemeClr val="lt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33"/>
              <a:buFont typeface="Arial"/>
              <a:buNone/>
              <a:defRPr b="0" i="0" sz="1333" u="none" cap="none" strike="noStrike">
                <a:solidFill>
                  <a:schemeClr val="lt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33"/>
              <a:buFont typeface="Arial"/>
              <a:buNone/>
              <a:defRPr b="0" i="0" sz="1333"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ight Blank">
  <p:cSld name="Right Blank">
    <p:spTree>
      <p:nvGrpSpPr>
        <p:cNvPr id="53" name="Shape 53"/>
        <p:cNvGrpSpPr/>
        <p:nvPr/>
      </p:nvGrpSpPr>
      <p:grpSpPr>
        <a:xfrm>
          <a:off x="0" y="0"/>
          <a:ext cx="0" cy="0"/>
          <a:chOff x="0" y="0"/>
          <a:chExt cx="0" cy="0"/>
        </a:xfrm>
      </p:grpSpPr>
      <p:sp>
        <p:nvSpPr>
          <p:cNvPr id="54" name="Google Shape;54;p41"/>
          <p:cNvSpPr txBox="1"/>
          <p:nvPr>
            <p:ph type="title"/>
          </p:nvPr>
        </p:nvSpPr>
        <p:spPr>
          <a:xfrm>
            <a:off x="415600" y="593367"/>
            <a:ext cx="11360800" cy="763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55" name="Google Shape;55;p41"/>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300"/>
              <a:buFont typeface="Arial"/>
              <a:buNone/>
              <a:defRPr b="0" i="0" sz="1333" u="none" cap="none" strike="noStrike">
                <a:solidFill>
                  <a:schemeClr val="lt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33" u="none" cap="none" strike="noStrike">
                <a:solidFill>
                  <a:schemeClr val="lt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33" u="none" cap="none" strike="noStrike">
                <a:solidFill>
                  <a:schemeClr val="lt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33" u="none" cap="none" strike="noStrike">
                <a:solidFill>
                  <a:schemeClr val="lt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33" u="none" cap="none" strike="noStrike">
                <a:solidFill>
                  <a:schemeClr val="lt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33" u="none" cap="none" strike="noStrike">
                <a:solidFill>
                  <a:schemeClr val="lt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33" u="none" cap="none" strike="noStrike">
                <a:solidFill>
                  <a:schemeClr val="lt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33" u="none" cap="none" strike="noStrike">
                <a:solidFill>
                  <a:schemeClr val="lt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33"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
        <p:nvSpPr>
          <p:cNvPr id="56" name="Google Shape;56;p41"/>
          <p:cNvSpPr/>
          <p:nvPr/>
        </p:nvSpPr>
        <p:spPr>
          <a:xfrm rot="5400000">
            <a:off x="-698269" y="4447309"/>
            <a:ext cx="3108960" cy="1712422"/>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Photos">
  <p:cSld name="Team Photos">
    <p:spTree>
      <p:nvGrpSpPr>
        <p:cNvPr id="57" name="Shape 57"/>
        <p:cNvGrpSpPr/>
        <p:nvPr/>
      </p:nvGrpSpPr>
      <p:grpSpPr>
        <a:xfrm>
          <a:off x="0" y="0"/>
          <a:ext cx="0" cy="0"/>
          <a:chOff x="0" y="0"/>
          <a:chExt cx="0" cy="0"/>
        </a:xfrm>
      </p:grpSpPr>
      <p:sp>
        <p:nvSpPr>
          <p:cNvPr id="58" name="Google Shape;58;p42"/>
          <p:cNvSpPr txBox="1"/>
          <p:nvPr>
            <p:ph type="title"/>
          </p:nvPr>
        </p:nvSpPr>
        <p:spPr>
          <a:xfrm>
            <a:off x="415600" y="593367"/>
            <a:ext cx="11360700" cy="7635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atin typeface="Roboto Medium"/>
                <a:ea typeface="Roboto Medium"/>
                <a:cs typeface="Roboto Medium"/>
                <a:sym typeface="Roboto Medium"/>
              </a:defRPr>
            </a:lvl1pPr>
            <a:lvl2pPr lvl="1" algn="l">
              <a:lnSpc>
                <a:spcPct val="100000"/>
              </a:lnSpc>
              <a:spcBef>
                <a:spcPts val="0"/>
              </a:spcBef>
              <a:spcAft>
                <a:spcPts val="0"/>
              </a:spcAft>
              <a:buSzPts val="2800"/>
              <a:buNone/>
              <a:defRPr>
                <a:latin typeface="Roboto Medium"/>
                <a:ea typeface="Roboto Medium"/>
                <a:cs typeface="Roboto Medium"/>
                <a:sym typeface="Roboto Medium"/>
              </a:defRPr>
            </a:lvl2pPr>
            <a:lvl3pPr lvl="2" algn="l">
              <a:lnSpc>
                <a:spcPct val="100000"/>
              </a:lnSpc>
              <a:spcBef>
                <a:spcPts val="0"/>
              </a:spcBef>
              <a:spcAft>
                <a:spcPts val="0"/>
              </a:spcAft>
              <a:buSzPts val="2800"/>
              <a:buNone/>
              <a:defRPr>
                <a:latin typeface="Roboto Medium"/>
                <a:ea typeface="Roboto Medium"/>
                <a:cs typeface="Roboto Medium"/>
                <a:sym typeface="Roboto Medium"/>
              </a:defRPr>
            </a:lvl3pPr>
            <a:lvl4pPr lvl="3" algn="l">
              <a:lnSpc>
                <a:spcPct val="100000"/>
              </a:lnSpc>
              <a:spcBef>
                <a:spcPts val="0"/>
              </a:spcBef>
              <a:spcAft>
                <a:spcPts val="0"/>
              </a:spcAft>
              <a:buSzPts val="2800"/>
              <a:buNone/>
              <a:defRPr>
                <a:latin typeface="Roboto Medium"/>
                <a:ea typeface="Roboto Medium"/>
                <a:cs typeface="Roboto Medium"/>
                <a:sym typeface="Roboto Medium"/>
              </a:defRPr>
            </a:lvl4pPr>
            <a:lvl5pPr lvl="4" algn="l">
              <a:lnSpc>
                <a:spcPct val="100000"/>
              </a:lnSpc>
              <a:spcBef>
                <a:spcPts val="0"/>
              </a:spcBef>
              <a:spcAft>
                <a:spcPts val="0"/>
              </a:spcAft>
              <a:buSzPts val="2800"/>
              <a:buNone/>
              <a:defRPr>
                <a:latin typeface="Roboto Medium"/>
                <a:ea typeface="Roboto Medium"/>
                <a:cs typeface="Roboto Medium"/>
                <a:sym typeface="Roboto Medium"/>
              </a:defRPr>
            </a:lvl5pPr>
            <a:lvl6pPr lvl="5" algn="l">
              <a:lnSpc>
                <a:spcPct val="100000"/>
              </a:lnSpc>
              <a:spcBef>
                <a:spcPts val="0"/>
              </a:spcBef>
              <a:spcAft>
                <a:spcPts val="0"/>
              </a:spcAft>
              <a:buSzPts val="2800"/>
              <a:buNone/>
              <a:defRPr>
                <a:latin typeface="Roboto Medium"/>
                <a:ea typeface="Roboto Medium"/>
                <a:cs typeface="Roboto Medium"/>
                <a:sym typeface="Roboto Medium"/>
              </a:defRPr>
            </a:lvl6pPr>
            <a:lvl7pPr lvl="6" algn="l">
              <a:lnSpc>
                <a:spcPct val="100000"/>
              </a:lnSpc>
              <a:spcBef>
                <a:spcPts val="0"/>
              </a:spcBef>
              <a:spcAft>
                <a:spcPts val="0"/>
              </a:spcAft>
              <a:buSzPts val="2800"/>
              <a:buNone/>
              <a:defRPr>
                <a:latin typeface="Roboto Medium"/>
                <a:ea typeface="Roboto Medium"/>
                <a:cs typeface="Roboto Medium"/>
                <a:sym typeface="Roboto Medium"/>
              </a:defRPr>
            </a:lvl7pPr>
            <a:lvl8pPr lvl="7" algn="l">
              <a:lnSpc>
                <a:spcPct val="100000"/>
              </a:lnSpc>
              <a:spcBef>
                <a:spcPts val="0"/>
              </a:spcBef>
              <a:spcAft>
                <a:spcPts val="0"/>
              </a:spcAft>
              <a:buSzPts val="2800"/>
              <a:buNone/>
              <a:defRPr>
                <a:latin typeface="Roboto Medium"/>
                <a:ea typeface="Roboto Medium"/>
                <a:cs typeface="Roboto Medium"/>
                <a:sym typeface="Roboto Medium"/>
              </a:defRPr>
            </a:lvl8pPr>
            <a:lvl9pPr lvl="8" algn="l">
              <a:lnSpc>
                <a:spcPct val="100000"/>
              </a:lnSpc>
              <a:spcBef>
                <a:spcPts val="0"/>
              </a:spcBef>
              <a:spcAft>
                <a:spcPts val="0"/>
              </a:spcAft>
              <a:buSzPts val="2800"/>
              <a:buNone/>
              <a:defRPr>
                <a:latin typeface="Roboto Medium"/>
                <a:ea typeface="Roboto Medium"/>
                <a:cs typeface="Roboto Medium"/>
                <a:sym typeface="Roboto Medium"/>
              </a:defRPr>
            </a:lvl9pPr>
          </a:lstStyle>
          <a:p/>
        </p:txBody>
      </p:sp>
      <p:sp>
        <p:nvSpPr>
          <p:cNvPr id="59" name="Google Shape;59;p42"/>
          <p:cNvSpPr txBox="1"/>
          <p:nvPr>
            <p:ph idx="2" type="title"/>
          </p:nvPr>
        </p:nvSpPr>
        <p:spPr>
          <a:xfrm>
            <a:off x="1026967" y="3820400"/>
            <a:ext cx="1753200" cy="350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chemeClr val="accent1"/>
              </a:buClr>
              <a:buSzPts val="1000"/>
              <a:buNone/>
              <a:defRPr sz="1333">
                <a:solidFill>
                  <a:schemeClr val="accent1"/>
                </a:solidFill>
                <a:latin typeface="Roboto Medium"/>
                <a:ea typeface="Roboto Medium"/>
                <a:cs typeface="Roboto Medium"/>
                <a:sym typeface="Roboto Medium"/>
              </a:defRPr>
            </a:lvl1pPr>
            <a:lvl2pPr lvl="1" algn="l">
              <a:lnSpc>
                <a:spcPct val="100000"/>
              </a:lnSpc>
              <a:spcBef>
                <a:spcPts val="0"/>
              </a:spcBef>
              <a:spcAft>
                <a:spcPts val="0"/>
              </a:spcAft>
              <a:buSzPts val="2800"/>
              <a:buNone/>
              <a:defRPr>
                <a:latin typeface="Roboto Medium"/>
                <a:ea typeface="Roboto Medium"/>
                <a:cs typeface="Roboto Medium"/>
                <a:sym typeface="Roboto Medium"/>
              </a:defRPr>
            </a:lvl2pPr>
            <a:lvl3pPr lvl="2" algn="l">
              <a:lnSpc>
                <a:spcPct val="100000"/>
              </a:lnSpc>
              <a:spcBef>
                <a:spcPts val="0"/>
              </a:spcBef>
              <a:spcAft>
                <a:spcPts val="0"/>
              </a:spcAft>
              <a:buSzPts val="2800"/>
              <a:buNone/>
              <a:defRPr>
                <a:latin typeface="Roboto Medium"/>
                <a:ea typeface="Roboto Medium"/>
                <a:cs typeface="Roboto Medium"/>
                <a:sym typeface="Roboto Medium"/>
              </a:defRPr>
            </a:lvl3pPr>
            <a:lvl4pPr lvl="3" algn="l">
              <a:lnSpc>
                <a:spcPct val="100000"/>
              </a:lnSpc>
              <a:spcBef>
                <a:spcPts val="0"/>
              </a:spcBef>
              <a:spcAft>
                <a:spcPts val="0"/>
              </a:spcAft>
              <a:buSzPts val="2800"/>
              <a:buNone/>
              <a:defRPr>
                <a:latin typeface="Roboto Medium"/>
                <a:ea typeface="Roboto Medium"/>
                <a:cs typeface="Roboto Medium"/>
                <a:sym typeface="Roboto Medium"/>
              </a:defRPr>
            </a:lvl4pPr>
            <a:lvl5pPr lvl="4" algn="l">
              <a:lnSpc>
                <a:spcPct val="100000"/>
              </a:lnSpc>
              <a:spcBef>
                <a:spcPts val="0"/>
              </a:spcBef>
              <a:spcAft>
                <a:spcPts val="0"/>
              </a:spcAft>
              <a:buSzPts val="2800"/>
              <a:buNone/>
              <a:defRPr>
                <a:latin typeface="Roboto Medium"/>
                <a:ea typeface="Roboto Medium"/>
                <a:cs typeface="Roboto Medium"/>
                <a:sym typeface="Roboto Medium"/>
              </a:defRPr>
            </a:lvl5pPr>
            <a:lvl6pPr lvl="5" algn="l">
              <a:lnSpc>
                <a:spcPct val="100000"/>
              </a:lnSpc>
              <a:spcBef>
                <a:spcPts val="0"/>
              </a:spcBef>
              <a:spcAft>
                <a:spcPts val="0"/>
              </a:spcAft>
              <a:buSzPts val="2800"/>
              <a:buNone/>
              <a:defRPr>
                <a:latin typeface="Roboto Medium"/>
                <a:ea typeface="Roboto Medium"/>
                <a:cs typeface="Roboto Medium"/>
                <a:sym typeface="Roboto Medium"/>
              </a:defRPr>
            </a:lvl6pPr>
            <a:lvl7pPr lvl="6" algn="l">
              <a:lnSpc>
                <a:spcPct val="100000"/>
              </a:lnSpc>
              <a:spcBef>
                <a:spcPts val="0"/>
              </a:spcBef>
              <a:spcAft>
                <a:spcPts val="0"/>
              </a:spcAft>
              <a:buSzPts val="2800"/>
              <a:buNone/>
              <a:defRPr>
                <a:latin typeface="Roboto Medium"/>
                <a:ea typeface="Roboto Medium"/>
                <a:cs typeface="Roboto Medium"/>
                <a:sym typeface="Roboto Medium"/>
              </a:defRPr>
            </a:lvl7pPr>
            <a:lvl8pPr lvl="7" algn="l">
              <a:lnSpc>
                <a:spcPct val="100000"/>
              </a:lnSpc>
              <a:spcBef>
                <a:spcPts val="0"/>
              </a:spcBef>
              <a:spcAft>
                <a:spcPts val="0"/>
              </a:spcAft>
              <a:buSzPts val="2800"/>
              <a:buNone/>
              <a:defRPr>
                <a:latin typeface="Roboto Medium"/>
                <a:ea typeface="Roboto Medium"/>
                <a:cs typeface="Roboto Medium"/>
                <a:sym typeface="Roboto Medium"/>
              </a:defRPr>
            </a:lvl8pPr>
            <a:lvl9pPr lvl="8" algn="l">
              <a:lnSpc>
                <a:spcPct val="100000"/>
              </a:lnSpc>
              <a:spcBef>
                <a:spcPts val="0"/>
              </a:spcBef>
              <a:spcAft>
                <a:spcPts val="0"/>
              </a:spcAft>
              <a:buSzPts val="2800"/>
              <a:buNone/>
              <a:defRPr>
                <a:latin typeface="Roboto Medium"/>
                <a:ea typeface="Roboto Medium"/>
                <a:cs typeface="Roboto Medium"/>
                <a:sym typeface="Roboto Medium"/>
              </a:defRPr>
            </a:lvl9pPr>
          </a:lstStyle>
          <a:p/>
        </p:txBody>
      </p:sp>
      <p:sp>
        <p:nvSpPr>
          <p:cNvPr id="60" name="Google Shape;60;p42"/>
          <p:cNvSpPr txBox="1"/>
          <p:nvPr>
            <p:ph idx="3" type="title"/>
          </p:nvPr>
        </p:nvSpPr>
        <p:spPr>
          <a:xfrm>
            <a:off x="1026967" y="4087633"/>
            <a:ext cx="1753200" cy="350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1000"/>
              <a:buFont typeface="Roboto Light"/>
              <a:buNone/>
              <a:defRPr b="0" i="1" sz="1333">
                <a:latin typeface="Roboto Light"/>
                <a:ea typeface="Roboto Light"/>
                <a:cs typeface="Roboto Light"/>
                <a:sym typeface="Roboto Light"/>
              </a:defRPr>
            </a:lvl1pPr>
            <a:lvl2pPr lvl="1" algn="l">
              <a:lnSpc>
                <a:spcPct val="100000"/>
              </a:lnSpc>
              <a:spcBef>
                <a:spcPts val="0"/>
              </a:spcBef>
              <a:spcAft>
                <a:spcPts val="0"/>
              </a:spcAft>
              <a:buSzPts val="2800"/>
              <a:buNone/>
              <a:defRPr>
                <a:latin typeface="Roboto Medium"/>
                <a:ea typeface="Roboto Medium"/>
                <a:cs typeface="Roboto Medium"/>
                <a:sym typeface="Roboto Medium"/>
              </a:defRPr>
            </a:lvl2pPr>
            <a:lvl3pPr lvl="2" algn="l">
              <a:lnSpc>
                <a:spcPct val="100000"/>
              </a:lnSpc>
              <a:spcBef>
                <a:spcPts val="0"/>
              </a:spcBef>
              <a:spcAft>
                <a:spcPts val="0"/>
              </a:spcAft>
              <a:buSzPts val="2800"/>
              <a:buNone/>
              <a:defRPr>
                <a:latin typeface="Roboto Medium"/>
                <a:ea typeface="Roboto Medium"/>
                <a:cs typeface="Roboto Medium"/>
                <a:sym typeface="Roboto Medium"/>
              </a:defRPr>
            </a:lvl3pPr>
            <a:lvl4pPr lvl="3" algn="l">
              <a:lnSpc>
                <a:spcPct val="100000"/>
              </a:lnSpc>
              <a:spcBef>
                <a:spcPts val="0"/>
              </a:spcBef>
              <a:spcAft>
                <a:spcPts val="0"/>
              </a:spcAft>
              <a:buSzPts val="2800"/>
              <a:buNone/>
              <a:defRPr>
                <a:latin typeface="Roboto Medium"/>
                <a:ea typeface="Roboto Medium"/>
                <a:cs typeface="Roboto Medium"/>
                <a:sym typeface="Roboto Medium"/>
              </a:defRPr>
            </a:lvl4pPr>
            <a:lvl5pPr lvl="4" algn="l">
              <a:lnSpc>
                <a:spcPct val="100000"/>
              </a:lnSpc>
              <a:spcBef>
                <a:spcPts val="0"/>
              </a:spcBef>
              <a:spcAft>
                <a:spcPts val="0"/>
              </a:spcAft>
              <a:buSzPts val="2800"/>
              <a:buNone/>
              <a:defRPr>
                <a:latin typeface="Roboto Medium"/>
                <a:ea typeface="Roboto Medium"/>
                <a:cs typeface="Roboto Medium"/>
                <a:sym typeface="Roboto Medium"/>
              </a:defRPr>
            </a:lvl5pPr>
            <a:lvl6pPr lvl="5" algn="l">
              <a:lnSpc>
                <a:spcPct val="100000"/>
              </a:lnSpc>
              <a:spcBef>
                <a:spcPts val="0"/>
              </a:spcBef>
              <a:spcAft>
                <a:spcPts val="0"/>
              </a:spcAft>
              <a:buSzPts val="2800"/>
              <a:buNone/>
              <a:defRPr>
                <a:latin typeface="Roboto Medium"/>
                <a:ea typeface="Roboto Medium"/>
                <a:cs typeface="Roboto Medium"/>
                <a:sym typeface="Roboto Medium"/>
              </a:defRPr>
            </a:lvl6pPr>
            <a:lvl7pPr lvl="6" algn="l">
              <a:lnSpc>
                <a:spcPct val="100000"/>
              </a:lnSpc>
              <a:spcBef>
                <a:spcPts val="0"/>
              </a:spcBef>
              <a:spcAft>
                <a:spcPts val="0"/>
              </a:spcAft>
              <a:buSzPts val="2800"/>
              <a:buNone/>
              <a:defRPr>
                <a:latin typeface="Roboto Medium"/>
                <a:ea typeface="Roboto Medium"/>
                <a:cs typeface="Roboto Medium"/>
                <a:sym typeface="Roboto Medium"/>
              </a:defRPr>
            </a:lvl7pPr>
            <a:lvl8pPr lvl="7" algn="l">
              <a:lnSpc>
                <a:spcPct val="100000"/>
              </a:lnSpc>
              <a:spcBef>
                <a:spcPts val="0"/>
              </a:spcBef>
              <a:spcAft>
                <a:spcPts val="0"/>
              </a:spcAft>
              <a:buSzPts val="2800"/>
              <a:buNone/>
              <a:defRPr>
                <a:latin typeface="Roboto Medium"/>
                <a:ea typeface="Roboto Medium"/>
                <a:cs typeface="Roboto Medium"/>
                <a:sym typeface="Roboto Medium"/>
              </a:defRPr>
            </a:lvl8pPr>
            <a:lvl9pPr lvl="8" algn="l">
              <a:lnSpc>
                <a:spcPct val="100000"/>
              </a:lnSpc>
              <a:spcBef>
                <a:spcPts val="0"/>
              </a:spcBef>
              <a:spcAft>
                <a:spcPts val="0"/>
              </a:spcAft>
              <a:buSzPts val="2800"/>
              <a:buNone/>
              <a:defRPr>
                <a:latin typeface="Roboto Medium"/>
                <a:ea typeface="Roboto Medium"/>
                <a:cs typeface="Roboto Medium"/>
                <a:sym typeface="Roboto Medium"/>
              </a:defRPr>
            </a:lvl9pPr>
          </a:lstStyle>
          <a:p/>
        </p:txBody>
      </p:sp>
      <p:sp>
        <p:nvSpPr>
          <p:cNvPr id="61" name="Google Shape;61;p42"/>
          <p:cNvSpPr/>
          <p:nvPr>
            <p:ph idx="4" type="pic"/>
          </p:nvPr>
        </p:nvSpPr>
        <p:spPr>
          <a:xfrm>
            <a:off x="1026967" y="1925600"/>
            <a:ext cx="1753200" cy="1753200"/>
          </a:xfrm>
          <a:prstGeom prst="ellipse">
            <a:avLst/>
          </a:prstGeom>
          <a:noFill/>
          <a:ln cap="flat" cmpd="sng" w="38100">
            <a:solidFill>
              <a:schemeClr val="accent1"/>
            </a:solidFill>
            <a:prstDash val="solid"/>
            <a:round/>
            <a:headEnd len="sm" w="sm" type="none"/>
            <a:tailEnd len="sm" w="sm" type="none"/>
          </a:ln>
        </p:spPr>
      </p:sp>
      <p:sp>
        <p:nvSpPr>
          <p:cNvPr id="62" name="Google Shape;62;p42"/>
          <p:cNvSpPr txBox="1"/>
          <p:nvPr>
            <p:ph idx="5" type="title"/>
          </p:nvPr>
        </p:nvSpPr>
        <p:spPr>
          <a:xfrm>
            <a:off x="3763567" y="3820400"/>
            <a:ext cx="1753200" cy="350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chemeClr val="accent1"/>
              </a:buClr>
              <a:buSzPts val="1000"/>
              <a:buNone/>
              <a:defRPr sz="1333">
                <a:solidFill>
                  <a:schemeClr val="accent1"/>
                </a:solidFill>
                <a:latin typeface="Roboto Medium"/>
                <a:ea typeface="Roboto Medium"/>
                <a:cs typeface="Roboto Medium"/>
                <a:sym typeface="Roboto Medium"/>
              </a:defRPr>
            </a:lvl1pPr>
            <a:lvl2pPr lvl="1" algn="l">
              <a:lnSpc>
                <a:spcPct val="100000"/>
              </a:lnSpc>
              <a:spcBef>
                <a:spcPts val="0"/>
              </a:spcBef>
              <a:spcAft>
                <a:spcPts val="0"/>
              </a:spcAft>
              <a:buSzPts val="2800"/>
              <a:buNone/>
              <a:defRPr>
                <a:latin typeface="Roboto Medium"/>
                <a:ea typeface="Roboto Medium"/>
                <a:cs typeface="Roboto Medium"/>
                <a:sym typeface="Roboto Medium"/>
              </a:defRPr>
            </a:lvl2pPr>
            <a:lvl3pPr lvl="2" algn="l">
              <a:lnSpc>
                <a:spcPct val="100000"/>
              </a:lnSpc>
              <a:spcBef>
                <a:spcPts val="0"/>
              </a:spcBef>
              <a:spcAft>
                <a:spcPts val="0"/>
              </a:spcAft>
              <a:buSzPts val="2800"/>
              <a:buNone/>
              <a:defRPr>
                <a:latin typeface="Roboto Medium"/>
                <a:ea typeface="Roboto Medium"/>
                <a:cs typeface="Roboto Medium"/>
                <a:sym typeface="Roboto Medium"/>
              </a:defRPr>
            </a:lvl3pPr>
            <a:lvl4pPr lvl="3" algn="l">
              <a:lnSpc>
                <a:spcPct val="100000"/>
              </a:lnSpc>
              <a:spcBef>
                <a:spcPts val="0"/>
              </a:spcBef>
              <a:spcAft>
                <a:spcPts val="0"/>
              </a:spcAft>
              <a:buSzPts val="2800"/>
              <a:buNone/>
              <a:defRPr>
                <a:latin typeface="Roboto Medium"/>
                <a:ea typeface="Roboto Medium"/>
                <a:cs typeface="Roboto Medium"/>
                <a:sym typeface="Roboto Medium"/>
              </a:defRPr>
            </a:lvl4pPr>
            <a:lvl5pPr lvl="4" algn="l">
              <a:lnSpc>
                <a:spcPct val="100000"/>
              </a:lnSpc>
              <a:spcBef>
                <a:spcPts val="0"/>
              </a:spcBef>
              <a:spcAft>
                <a:spcPts val="0"/>
              </a:spcAft>
              <a:buSzPts val="2800"/>
              <a:buNone/>
              <a:defRPr>
                <a:latin typeface="Roboto Medium"/>
                <a:ea typeface="Roboto Medium"/>
                <a:cs typeface="Roboto Medium"/>
                <a:sym typeface="Roboto Medium"/>
              </a:defRPr>
            </a:lvl5pPr>
            <a:lvl6pPr lvl="5" algn="l">
              <a:lnSpc>
                <a:spcPct val="100000"/>
              </a:lnSpc>
              <a:spcBef>
                <a:spcPts val="0"/>
              </a:spcBef>
              <a:spcAft>
                <a:spcPts val="0"/>
              </a:spcAft>
              <a:buSzPts val="2800"/>
              <a:buNone/>
              <a:defRPr>
                <a:latin typeface="Roboto Medium"/>
                <a:ea typeface="Roboto Medium"/>
                <a:cs typeface="Roboto Medium"/>
                <a:sym typeface="Roboto Medium"/>
              </a:defRPr>
            </a:lvl6pPr>
            <a:lvl7pPr lvl="6" algn="l">
              <a:lnSpc>
                <a:spcPct val="100000"/>
              </a:lnSpc>
              <a:spcBef>
                <a:spcPts val="0"/>
              </a:spcBef>
              <a:spcAft>
                <a:spcPts val="0"/>
              </a:spcAft>
              <a:buSzPts val="2800"/>
              <a:buNone/>
              <a:defRPr>
                <a:latin typeface="Roboto Medium"/>
                <a:ea typeface="Roboto Medium"/>
                <a:cs typeface="Roboto Medium"/>
                <a:sym typeface="Roboto Medium"/>
              </a:defRPr>
            </a:lvl7pPr>
            <a:lvl8pPr lvl="7" algn="l">
              <a:lnSpc>
                <a:spcPct val="100000"/>
              </a:lnSpc>
              <a:spcBef>
                <a:spcPts val="0"/>
              </a:spcBef>
              <a:spcAft>
                <a:spcPts val="0"/>
              </a:spcAft>
              <a:buSzPts val="2800"/>
              <a:buNone/>
              <a:defRPr>
                <a:latin typeface="Roboto Medium"/>
                <a:ea typeface="Roboto Medium"/>
                <a:cs typeface="Roboto Medium"/>
                <a:sym typeface="Roboto Medium"/>
              </a:defRPr>
            </a:lvl8pPr>
            <a:lvl9pPr lvl="8" algn="l">
              <a:lnSpc>
                <a:spcPct val="100000"/>
              </a:lnSpc>
              <a:spcBef>
                <a:spcPts val="0"/>
              </a:spcBef>
              <a:spcAft>
                <a:spcPts val="0"/>
              </a:spcAft>
              <a:buSzPts val="2800"/>
              <a:buNone/>
              <a:defRPr>
                <a:latin typeface="Roboto Medium"/>
                <a:ea typeface="Roboto Medium"/>
                <a:cs typeface="Roboto Medium"/>
                <a:sym typeface="Roboto Medium"/>
              </a:defRPr>
            </a:lvl9pPr>
          </a:lstStyle>
          <a:p/>
        </p:txBody>
      </p:sp>
      <p:sp>
        <p:nvSpPr>
          <p:cNvPr id="63" name="Google Shape;63;p42"/>
          <p:cNvSpPr txBox="1"/>
          <p:nvPr>
            <p:ph idx="6" type="title"/>
          </p:nvPr>
        </p:nvSpPr>
        <p:spPr>
          <a:xfrm>
            <a:off x="3763567" y="4087633"/>
            <a:ext cx="1753200" cy="350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1000"/>
              <a:buFont typeface="Roboto Light"/>
              <a:buNone/>
              <a:defRPr b="0" i="1" sz="1333">
                <a:latin typeface="Roboto Light"/>
                <a:ea typeface="Roboto Light"/>
                <a:cs typeface="Roboto Light"/>
                <a:sym typeface="Roboto Light"/>
              </a:defRPr>
            </a:lvl1pPr>
            <a:lvl2pPr lvl="1" algn="l">
              <a:lnSpc>
                <a:spcPct val="100000"/>
              </a:lnSpc>
              <a:spcBef>
                <a:spcPts val="0"/>
              </a:spcBef>
              <a:spcAft>
                <a:spcPts val="0"/>
              </a:spcAft>
              <a:buSzPts val="2800"/>
              <a:buNone/>
              <a:defRPr>
                <a:latin typeface="Roboto Medium"/>
                <a:ea typeface="Roboto Medium"/>
                <a:cs typeface="Roboto Medium"/>
                <a:sym typeface="Roboto Medium"/>
              </a:defRPr>
            </a:lvl2pPr>
            <a:lvl3pPr lvl="2" algn="l">
              <a:lnSpc>
                <a:spcPct val="100000"/>
              </a:lnSpc>
              <a:spcBef>
                <a:spcPts val="0"/>
              </a:spcBef>
              <a:spcAft>
                <a:spcPts val="0"/>
              </a:spcAft>
              <a:buSzPts val="2800"/>
              <a:buNone/>
              <a:defRPr>
                <a:latin typeface="Roboto Medium"/>
                <a:ea typeface="Roboto Medium"/>
                <a:cs typeface="Roboto Medium"/>
                <a:sym typeface="Roboto Medium"/>
              </a:defRPr>
            </a:lvl3pPr>
            <a:lvl4pPr lvl="3" algn="l">
              <a:lnSpc>
                <a:spcPct val="100000"/>
              </a:lnSpc>
              <a:spcBef>
                <a:spcPts val="0"/>
              </a:spcBef>
              <a:spcAft>
                <a:spcPts val="0"/>
              </a:spcAft>
              <a:buSzPts val="2800"/>
              <a:buNone/>
              <a:defRPr>
                <a:latin typeface="Roboto Medium"/>
                <a:ea typeface="Roboto Medium"/>
                <a:cs typeface="Roboto Medium"/>
                <a:sym typeface="Roboto Medium"/>
              </a:defRPr>
            </a:lvl4pPr>
            <a:lvl5pPr lvl="4" algn="l">
              <a:lnSpc>
                <a:spcPct val="100000"/>
              </a:lnSpc>
              <a:spcBef>
                <a:spcPts val="0"/>
              </a:spcBef>
              <a:spcAft>
                <a:spcPts val="0"/>
              </a:spcAft>
              <a:buSzPts val="2800"/>
              <a:buNone/>
              <a:defRPr>
                <a:latin typeface="Roboto Medium"/>
                <a:ea typeface="Roboto Medium"/>
                <a:cs typeface="Roboto Medium"/>
                <a:sym typeface="Roboto Medium"/>
              </a:defRPr>
            </a:lvl5pPr>
            <a:lvl6pPr lvl="5" algn="l">
              <a:lnSpc>
                <a:spcPct val="100000"/>
              </a:lnSpc>
              <a:spcBef>
                <a:spcPts val="0"/>
              </a:spcBef>
              <a:spcAft>
                <a:spcPts val="0"/>
              </a:spcAft>
              <a:buSzPts val="2800"/>
              <a:buNone/>
              <a:defRPr>
                <a:latin typeface="Roboto Medium"/>
                <a:ea typeface="Roboto Medium"/>
                <a:cs typeface="Roboto Medium"/>
                <a:sym typeface="Roboto Medium"/>
              </a:defRPr>
            </a:lvl6pPr>
            <a:lvl7pPr lvl="6" algn="l">
              <a:lnSpc>
                <a:spcPct val="100000"/>
              </a:lnSpc>
              <a:spcBef>
                <a:spcPts val="0"/>
              </a:spcBef>
              <a:spcAft>
                <a:spcPts val="0"/>
              </a:spcAft>
              <a:buSzPts val="2800"/>
              <a:buNone/>
              <a:defRPr>
                <a:latin typeface="Roboto Medium"/>
                <a:ea typeface="Roboto Medium"/>
                <a:cs typeface="Roboto Medium"/>
                <a:sym typeface="Roboto Medium"/>
              </a:defRPr>
            </a:lvl7pPr>
            <a:lvl8pPr lvl="7" algn="l">
              <a:lnSpc>
                <a:spcPct val="100000"/>
              </a:lnSpc>
              <a:spcBef>
                <a:spcPts val="0"/>
              </a:spcBef>
              <a:spcAft>
                <a:spcPts val="0"/>
              </a:spcAft>
              <a:buSzPts val="2800"/>
              <a:buNone/>
              <a:defRPr>
                <a:latin typeface="Roboto Medium"/>
                <a:ea typeface="Roboto Medium"/>
                <a:cs typeface="Roboto Medium"/>
                <a:sym typeface="Roboto Medium"/>
              </a:defRPr>
            </a:lvl8pPr>
            <a:lvl9pPr lvl="8" algn="l">
              <a:lnSpc>
                <a:spcPct val="100000"/>
              </a:lnSpc>
              <a:spcBef>
                <a:spcPts val="0"/>
              </a:spcBef>
              <a:spcAft>
                <a:spcPts val="0"/>
              </a:spcAft>
              <a:buSzPts val="2800"/>
              <a:buNone/>
              <a:defRPr>
                <a:latin typeface="Roboto Medium"/>
                <a:ea typeface="Roboto Medium"/>
                <a:cs typeface="Roboto Medium"/>
                <a:sym typeface="Roboto Medium"/>
              </a:defRPr>
            </a:lvl9pPr>
          </a:lstStyle>
          <a:p/>
        </p:txBody>
      </p:sp>
      <p:sp>
        <p:nvSpPr>
          <p:cNvPr id="64" name="Google Shape;64;p42"/>
          <p:cNvSpPr/>
          <p:nvPr>
            <p:ph idx="7" type="pic"/>
          </p:nvPr>
        </p:nvSpPr>
        <p:spPr>
          <a:xfrm>
            <a:off x="3763567" y="1925600"/>
            <a:ext cx="1753200" cy="1753200"/>
          </a:xfrm>
          <a:prstGeom prst="ellipse">
            <a:avLst/>
          </a:prstGeom>
          <a:noFill/>
          <a:ln cap="flat" cmpd="sng" w="38100">
            <a:solidFill>
              <a:schemeClr val="accent1"/>
            </a:solidFill>
            <a:prstDash val="solid"/>
            <a:round/>
            <a:headEnd len="sm" w="sm" type="none"/>
            <a:tailEnd len="sm" w="sm" type="none"/>
          </a:ln>
        </p:spPr>
      </p:sp>
      <p:sp>
        <p:nvSpPr>
          <p:cNvPr id="65" name="Google Shape;65;p42"/>
          <p:cNvSpPr txBox="1"/>
          <p:nvPr>
            <p:ph idx="8" type="title"/>
          </p:nvPr>
        </p:nvSpPr>
        <p:spPr>
          <a:xfrm>
            <a:off x="9236767" y="3820400"/>
            <a:ext cx="1753200" cy="350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chemeClr val="accent1"/>
              </a:buClr>
              <a:buSzPts val="1000"/>
              <a:buNone/>
              <a:defRPr sz="1333">
                <a:solidFill>
                  <a:schemeClr val="accent1"/>
                </a:solidFill>
                <a:latin typeface="Roboto Medium"/>
                <a:ea typeface="Roboto Medium"/>
                <a:cs typeface="Roboto Medium"/>
                <a:sym typeface="Roboto Medium"/>
              </a:defRPr>
            </a:lvl1pPr>
            <a:lvl2pPr lvl="1" algn="l">
              <a:lnSpc>
                <a:spcPct val="100000"/>
              </a:lnSpc>
              <a:spcBef>
                <a:spcPts val="0"/>
              </a:spcBef>
              <a:spcAft>
                <a:spcPts val="0"/>
              </a:spcAft>
              <a:buSzPts val="2800"/>
              <a:buNone/>
              <a:defRPr>
                <a:latin typeface="Roboto Medium"/>
                <a:ea typeface="Roboto Medium"/>
                <a:cs typeface="Roboto Medium"/>
                <a:sym typeface="Roboto Medium"/>
              </a:defRPr>
            </a:lvl2pPr>
            <a:lvl3pPr lvl="2" algn="l">
              <a:lnSpc>
                <a:spcPct val="100000"/>
              </a:lnSpc>
              <a:spcBef>
                <a:spcPts val="0"/>
              </a:spcBef>
              <a:spcAft>
                <a:spcPts val="0"/>
              </a:spcAft>
              <a:buSzPts val="2800"/>
              <a:buNone/>
              <a:defRPr>
                <a:latin typeface="Roboto Medium"/>
                <a:ea typeface="Roboto Medium"/>
                <a:cs typeface="Roboto Medium"/>
                <a:sym typeface="Roboto Medium"/>
              </a:defRPr>
            </a:lvl3pPr>
            <a:lvl4pPr lvl="3" algn="l">
              <a:lnSpc>
                <a:spcPct val="100000"/>
              </a:lnSpc>
              <a:spcBef>
                <a:spcPts val="0"/>
              </a:spcBef>
              <a:spcAft>
                <a:spcPts val="0"/>
              </a:spcAft>
              <a:buSzPts val="2800"/>
              <a:buNone/>
              <a:defRPr>
                <a:latin typeface="Roboto Medium"/>
                <a:ea typeface="Roboto Medium"/>
                <a:cs typeface="Roboto Medium"/>
                <a:sym typeface="Roboto Medium"/>
              </a:defRPr>
            </a:lvl4pPr>
            <a:lvl5pPr lvl="4" algn="l">
              <a:lnSpc>
                <a:spcPct val="100000"/>
              </a:lnSpc>
              <a:spcBef>
                <a:spcPts val="0"/>
              </a:spcBef>
              <a:spcAft>
                <a:spcPts val="0"/>
              </a:spcAft>
              <a:buSzPts val="2800"/>
              <a:buNone/>
              <a:defRPr>
                <a:latin typeface="Roboto Medium"/>
                <a:ea typeface="Roboto Medium"/>
                <a:cs typeface="Roboto Medium"/>
                <a:sym typeface="Roboto Medium"/>
              </a:defRPr>
            </a:lvl5pPr>
            <a:lvl6pPr lvl="5" algn="l">
              <a:lnSpc>
                <a:spcPct val="100000"/>
              </a:lnSpc>
              <a:spcBef>
                <a:spcPts val="0"/>
              </a:spcBef>
              <a:spcAft>
                <a:spcPts val="0"/>
              </a:spcAft>
              <a:buSzPts val="2800"/>
              <a:buNone/>
              <a:defRPr>
                <a:latin typeface="Roboto Medium"/>
                <a:ea typeface="Roboto Medium"/>
                <a:cs typeface="Roboto Medium"/>
                <a:sym typeface="Roboto Medium"/>
              </a:defRPr>
            </a:lvl6pPr>
            <a:lvl7pPr lvl="6" algn="l">
              <a:lnSpc>
                <a:spcPct val="100000"/>
              </a:lnSpc>
              <a:spcBef>
                <a:spcPts val="0"/>
              </a:spcBef>
              <a:spcAft>
                <a:spcPts val="0"/>
              </a:spcAft>
              <a:buSzPts val="2800"/>
              <a:buNone/>
              <a:defRPr>
                <a:latin typeface="Roboto Medium"/>
                <a:ea typeface="Roboto Medium"/>
                <a:cs typeface="Roboto Medium"/>
                <a:sym typeface="Roboto Medium"/>
              </a:defRPr>
            </a:lvl7pPr>
            <a:lvl8pPr lvl="7" algn="l">
              <a:lnSpc>
                <a:spcPct val="100000"/>
              </a:lnSpc>
              <a:spcBef>
                <a:spcPts val="0"/>
              </a:spcBef>
              <a:spcAft>
                <a:spcPts val="0"/>
              </a:spcAft>
              <a:buSzPts val="2800"/>
              <a:buNone/>
              <a:defRPr>
                <a:latin typeface="Roboto Medium"/>
                <a:ea typeface="Roboto Medium"/>
                <a:cs typeface="Roboto Medium"/>
                <a:sym typeface="Roboto Medium"/>
              </a:defRPr>
            </a:lvl8pPr>
            <a:lvl9pPr lvl="8" algn="l">
              <a:lnSpc>
                <a:spcPct val="100000"/>
              </a:lnSpc>
              <a:spcBef>
                <a:spcPts val="0"/>
              </a:spcBef>
              <a:spcAft>
                <a:spcPts val="0"/>
              </a:spcAft>
              <a:buSzPts val="2800"/>
              <a:buNone/>
              <a:defRPr>
                <a:latin typeface="Roboto Medium"/>
                <a:ea typeface="Roboto Medium"/>
                <a:cs typeface="Roboto Medium"/>
                <a:sym typeface="Roboto Medium"/>
              </a:defRPr>
            </a:lvl9pPr>
          </a:lstStyle>
          <a:p/>
        </p:txBody>
      </p:sp>
      <p:sp>
        <p:nvSpPr>
          <p:cNvPr id="66" name="Google Shape;66;p42"/>
          <p:cNvSpPr txBox="1"/>
          <p:nvPr>
            <p:ph idx="9" type="title"/>
          </p:nvPr>
        </p:nvSpPr>
        <p:spPr>
          <a:xfrm>
            <a:off x="9236767" y="4087633"/>
            <a:ext cx="1753200" cy="350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1000"/>
              <a:buFont typeface="Roboto Light"/>
              <a:buNone/>
              <a:defRPr b="0" i="1" sz="1333">
                <a:latin typeface="Roboto Light"/>
                <a:ea typeface="Roboto Light"/>
                <a:cs typeface="Roboto Light"/>
                <a:sym typeface="Roboto Light"/>
              </a:defRPr>
            </a:lvl1pPr>
            <a:lvl2pPr lvl="1" algn="l">
              <a:lnSpc>
                <a:spcPct val="100000"/>
              </a:lnSpc>
              <a:spcBef>
                <a:spcPts val="0"/>
              </a:spcBef>
              <a:spcAft>
                <a:spcPts val="0"/>
              </a:spcAft>
              <a:buSzPts val="2800"/>
              <a:buNone/>
              <a:defRPr>
                <a:latin typeface="Roboto Medium"/>
                <a:ea typeface="Roboto Medium"/>
                <a:cs typeface="Roboto Medium"/>
                <a:sym typeface="Roboto Medium"/>
              </a:defRPr>
            </a:lvl2pPr>
            <a:lvl3pPr lvl="2" algn="l">
              <a:lnSpc>
                <a:spcPct val="100000"/>
              </a:lnSpc>
              <a:spcBef>
                <a:spcPts val="0"/>
              </a:spcBef>
              <a:spcAft>
                <a:spcPts val="0"/>
              </a:spcAft>
              <a:buSzPts val="2800"/>
              <a:buNone/>
              <a:defRPr>
                <a:latin typeface="Roboto Medium"/>
                <a:ea typeface="Roboto Medium"/>
                <a:cs typeface="Roboto Medium"/>
                <a:sym typeface="Roboto Medium"/>
              </a:defRPr>
            </a:lvl3pPr>
            <a:lvl4pPr lvl="3" algn="l">
              <a:lnSpc>
                <a:spcPct val="100000"/>
              </a:lnSpc>
              <a:spcBef>
                <a:spcPts val="0"/>
              </a:spcBef>
              <a:spcAft>
                <a:spcPts val="0"/>
              </a:spcAft>
              <a:buSzPts val="2800"/>
              <a:buNone/>
              <a:defRPr>
                <a:latin typeface="Roboto Medium"/>
                <a:ea typeface="Roboto Medium"/>
                <a:cs typeface="Roboto Medium"/>
                <a:sym typeface="Roboto Medium"/>
              </a:defRPr>
            </a:lvl4pPr>
            <a:lvl5pPr lvl="4" algn="l">
              <a:lnSpc>
                <a:spcPct val="100000"/>
              </a:lnSpc>
              <a:spcBef>
                <a:spcPts val="0"/>
              </a:spcBef>
              <a:spcAft>
                <a:spcPts val="0"/>
              </a:spcAft>
              <a:buSzPts val="2800"/>
              <a:buNone/>
              <a:defRPr>
                <a:latin typeface="Roboto Medium"/>
                <a:ea typeface="Roboto Medium"/>
                <a:cs typeface="Roboto Medium"/>
                <a:sym typeface="Roboto Medium"/>
              </a:defRPr>
            </a:lvl5pPr>
            <a:lvl6pPr lvl="5" algn="l">
              <a:lnSpc>
                <a:spcPct val="100000"/>
              </a:lnSpc>
              <a:spcBef>
                <a:spcPts val="0"/>
              </a:spcBef>
              <a:spcAft>
                <a:spcPts val="0"/>
              </a:spcAft>
              <a:buSzPts val="2800"/>
              <a:buNone/>
              <a:defRPr>
                <a:latin typeface="Roboto Medium"/>
                <a:ea typeface="Roboto Medium"/>
                <a:cs typeface="Roboto Medium"/>
                <a:sym typeface="Roboto Medium"/>
              </a:defRPr>
            </a:lvl6pPr>
            <a:lvl7pPr lvl="6" algn="l">
              <a:lnSpc>
                <a:spcPct val="100000"/>
              </a:lnSpc>
              <a:spcBef>
                <a:spcPts val="0"/>
              </a:spcBef>
              <a:spcAft>
                <a:spcPts val="0"/>
              </a:spcAft>
              <a:buSzPts val="2800"/>
              <a:buNone/>
              <a:defRPr>
                <a:latin typeface="Roboto Medium"/>
                <a:ea typeface="Roboto Medium"/>
                <a:cs typeface="Roboto Medium"/>
                <a:sym typeface="Roboto Medium"/>
              </a:defRPr>
            </a:lvl7pPr>
            <a:lvl8pPr lvl="7" algn="l">
              <a:lnSpc>
                <a:spcPct val="100000"/>
              </a:lnSpc>
              <a:spcBef>
                <a:spcPts val="0"/>
              </a:spcBef>
              <a:spcAft>
                <a:spcPts val="0"/>
              </a:spcAft>
              <a:buSzPts val="2800"/>
              <a:buNone/>
              <a:defRPr>
                <a:latin typeface="Roboto Medium"/>
                <a:ea typeface="Roboto Medium"/>
                <a:cs typeface="Roboto Medium"/>
                <a:sym typeface="Roboto Medium"/>
              </a:defRPr>
            </a:lvl8pPr>
            <a:lvl9pPr lvl="8" algn="l">
              <a:lnSpc>
                <a:spcPct val="100000"/>
              </a:lnSpc>
              <a:spcBef>
                <a:spcPts val="0"/>
              </a:spcBef>
              <a:spcAft>
                <a:spcPts val="0"/>
              </a:spcAft>
              <a:buSzPts val="2800"/>
              <a:buNone/>
              <a:defRPr>
                <a:latin typeface="Roboto Medium"/>
                <a:ea typeface="Roboto Medium"/>
                <a:cs typeface="Roboto Medium"/>
                <a:sym typeface="Roboto Medium"/>
              </a:defRPr>
            </a:lvl9pPr>
          </a:lstStyle>
          <a:p/>
        </p:txBody>
      </p:sp>
      <p:sp>
        <p:nvSpPr>
          <p:cNvPr id="67" name="Google Shape;67;p42"/>
          <p:cNvSpPr/>
          <p:nvPr>
            <p:ph idx="13" type="pic"/>
          </p:nvPr>
        </p:nvSpPr>
        <p:spPr>
          <a:xfrm>
            <a:off x="9236767" y="1925600"/>
            <a:ext cx="1753200" cy="1753200"/>
          </a:xfrm>
          <a:prstGeom prst="ellipse">
            <a:avLst/>
          </a:prstGeom>
          <a:noFill/>
          <a:ln cap="flat" cmpd="sng" w="38100">
            <a:solidFill>
              <a:schemeClr val="accent1"/>
            </a:solidFill>
            <a:prstDash val="solid"/>
            <a:round/>
            <a:headEnd len="sm" w="sm" type="none"/>
            <a:tailEnd len="sm" w="sm" type="none"/>
          </a:ln>
        </p:spPr>
      </p:sp>
      <p:sp>
        <p:nvSpPr>
          <p:cNvPr id="68" name="Google Shape;68;p42"/>
          <p:cNvSpPr txBox="1"/>
          <p:nvPr>
            <p:ph idx="14" type="title"/>
          </p:nvPr>
        </p:nvSpPr>
        <p:spPr>
          <a:xfrm>
            <a:off x="6500151" y="3820400"/>
            <a:ext cx="1753200" cy="350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chemeClr val="accent1"/>
              </a:buClr>
              <a:buSzPts val="1000"/>
              <a:buNone/>
              <a:defRPr sz="1333">
                <a:solidFill>
                  <a:schemeClr val="accent1"/>
                </a:solidFill>
                <a:latin typeface="Roboto Medium"/>
                <a:ea typeface="Roboto Medium"/>
                <a:cs typeface="Roboto Medium"/>
                <a:sym typeface="Roboto Medium"/>
              </a:defRPr>
            </a:lvl1pPr>
            <a:lvl2pPr lvl="1" algn="l">
              <a:lnSpc>
                <a:spcPct val="100000"/>
              </a:lnSpc>
              <a:spcBef>
                <a:spcPts val="0"/>
              </a:spcBef>
              <a:spcAft>
                <a:spcPts val="0"/>
              </a:spcAft>
              <a:buSzPts val="2800"/>
              <a:buNone/>
              <a:defRPr>
                <a:latin typeface="Roboto Medium"/>
                <a:ea typeface="Roboto Medium"/>
                <a:cs typeface="Roboto Medium"/>
                <a:sym typeface="Roboto Medium"/>
              </a:defRPr>
            </a:lvl2pPr>
            <a:lvl3pPr lvl="2" algn="l">
              <a:lnSpc>
                <a:spcPct val="100000"/>
              </a:lnSpc>
              <a:spcBef>
                <a:spcPts val="0"/>
              </a:spcBef>
              <a:spcAft>
                <a:spcPts val="0"/>
              </a:spcAft>
              <a:buSzPts val="2800"/>
              <a:buNone/>
              <a:defRPr>
                <a:latin typeface="Roboto Medium"/>
                <a:ea typeface="Roboto Medium"/>
                <a:cs typeface="Roboto Medium"/>
                <a:sym typeface="Roboto Medium"/>
              </a:defRPr>
            </a:lvl3pPr>
            <a:lvl4pPr lvl="3" algn="l">
              <a:lnSpc>
                <a:spcPct val="100000"/>
              </a:lnSpc>
              <a:spcBef>
                <a:spcPts val="0"/>
              </a:spcBef>
              <a:spcAft>
                <a:spcPts val="0"/>
              </a:spcAft>
              <a:buSzPts val="2800"/>
              <a:buNone/>
              <a:defRPr>
                <a:latin typeface="Roboto Medium"/>
                <a:ea typeface="Roboto Medium"/>
                <a:cs typeface="Roboto Medium"/>
                <a:sym typeface="Roboto Medium"/>
              </a:defRPr>
            </a:lvl4pPr>
            <a:lvl5pPr lvl="4" algn="l">
              <a:lnSpc>
                <a:spcPct val="100000"/>
              </a:lnSpc>
              <a:spcBef>
                <a:spcPts val="0"/>
              </a:spcBef>
              <a:spcAft>
                <a:spcPts val="0"/>
              </a:spcAft>
              <a:buSzPts val="2800"/>
              <a:buNone/>
              <a:defRPr>
                <a:latin typeface="Roboto Medium"/>
                <a:ea typeface="Roboto Medium"/>
                <a:cs typeface="Roboto Medium"/>
                <a:sym typeface="Roboto Medium"/>
              </a:defRPr>
            </a:lvl5pPr>
            <a:lvl6pPr lvl="5" algn="l">
              <a:lnSpc>
                <a:spcPct val="100000"/>
              </a:lnSpc>
              <a:spcBef>
                <a:spcPts val="0"/>
              </a:spcBef>
              <a:spcAft>
                <a:spcPts val="0"/>
              </a:spcAft>
              <a:buSzPts val="2800"/>
              <a:buNone/>
              <a:defRPr>
                <a:latin typeface="Roboto Medium"/>
                <a:ea typeface="Roboto Medium"/>
                <a:cs typeface="Roboto Medium"/>
                <a:sym typeface="Roboto Medium"/>
              </a:defRPr>
            </a:lvl6pPr>
            <a:lvl7pPr lvl="6" algn="l">
              <a:lnSpc>
                <a:spcPct val="100000"/>
              </a:lnSpc>
              <a:spcBef>
                <a:spcPts val="0"/>
              </a:spcBef>
              <a:spcAft>
                <a:spcPts val="0"/>
              </a:spcAft>
              <a:buSzPts val="2800"/>
              <a:buNone/>
              <a:defRPr>
                <a:latin typeface="Roboto Medium"/>
                <a:ea typeface="Roboto Medium"/>
                <a:cs typeface="Roboto Medium"/>
                <a:sym typeface="Roboto Medium"/>
              </a:defRPr>
            </a:lvl7pPr>
            <a:lvl8pPr lvl="7" algn="l">
              <a:lnSpc>
                <a:spcPct val="100000"/>
              </a:lnSpc>
              <a:spcBef>
                <a:spcPts val="0"/>
              </a:spcBef>
              <a:spcAft>
                <a:spcPts val="0"/>
              </a:spcAft>
              <a:buSzPts val="2800"/>
              <a:buNone/>
              <a:defRPr>
                <a:latin typeface="Roboto Medium"/>
                <a:ea typeface="Roboto Medium"/>
                <a:cs typeface="Roboto Medium"/>
                <a:sym typeface="Roboto Medium"/>
              </a:defRPr>
            </a:lvl8pPr>
            <a:lvl9pPr lvl="8" algn="l">
              <a:lnSpc>
                <a:spcPct val="100000"/>
              </a:lnSpc>
              <a:spcBef>
                <a:spcPts val="0"/>
              </a:spcBef>
              <a:spcAft>
                <a:spcPts val="0"/>
              </a:spcAft>
              <a:buSzPts val="2800"/>
              <a:buNone/>
              <a:defRPr>
                <a:latin typeface="Roboto Medium"/>
                <a:ea typeface="Roboto Medium"/>
                <a:cs typeface="Roboto Medium"/>
                <a:sym typeface="Roboto Medium"/>
              </a:defRPr>
            </a:lvl9pPr>
          </a:lstStyle>
          <a:p/>
        </p:txBody>
      </p:sp>
      <p:sp>
        <p:nvSpPr>
          <p:cNvPr id="69" name="Google Shape;69;p42"/>
          <p:cNvSpPr txBox="1"/>
          <p:nvPr>
            <p:ph idx="15" type="title"/>
          </p:nvPr>
        </p:nvSpPr>
        <p:spPr>
          <a:xfrm>
            <a:off x="6500151" y="4087633"/>
            <a:ext cx="1753200" cy="350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1000"/>
              <a:buFont typeface="Roboto Light"/>
              <a:buNone/>
              <a:defRPr b="0" i="1" sz="1333">
                <a:latin typeface="Roboto Light"/>
                <a:ea typeface="Roboto Light"/>
                <a:cs typeface="Roboto Light"/>
                <a:sym typeface="Roboto Light"/>
              </a:defRPr>
            </a:lvl1pPr>
            <a:lvl2pPr lvl="1" algn="l">
              <a:lnSpc>
                <a:spcPct val="100000"/>
              </a:lnSpc>
              <a:spcBef>
                <a:spcPts val="0"/>
              </a:spcBef>
              <a:spcAft>
                <a:spcPts val="0"/>
              </a:spcAft>
              <a:buSzPts val="2800"/>
              <a:buNone/>
              <a:defRPr>
                <a:latin typeface="Roboto Medium"/>
                <a:ea typeface="Roboto Medium"/>
                <a:cs typeface="Roboto Medium"/>
                <a:sym typeface="Roboto Medium"/>
              </a:defRPr>
            </a:lvl2pPr>
            <a:lvl3pPr lvl="2" algn="l">
              <a:lnSpc>
                <a:spcPct val="100000"/>
              </a:lnSpc>
              <a:spcBef>
                <a:spcPts val="0"/>
              </a:spcBef>
              <a:spcAft>
                <a:spcPts val="0"/>
              </a:spcAft>
              <a:buSzPts val="2800"/>
              <a:buNone/>
              <a:defRPr>
                <a:latin typeface="Roboto Medium"/>
                <a:ea typeface="Roboto Medium"/>
                <a:cs typeface="Roboto Medium"/>
                <a:sym typeface="Roboto Medium"/>
              </a:defRPr>
            </a:lvl3pPr>
            <a:lvl4pPr lvl="3" algn="l">
              <a:lnSpc>
                <a:spcPct val="100000"/>
              </a:lnSpc>
              <a:spcBef>
                <a:spcPts val="0"/>
              </a:spcBef>
              <a:spcAft>
                <a:spcPts val="0"/>
              </a:spcAft>
              <a:buSzPts val="2800"/>
              <a:buNone/>
              <a:defRPr>
                <a:latin typeface="Roboto Medium"/>
                <a:ea typeface="Roboto Medium"/>
                <a:cs typeface="Roboto Medium"/>
                <a:sym typeface="Roboto Medium"/>
              </a:defRPr>
            </a:lvl4pPr>
            <a:lvl5pPr lvl="4" algn="l">
              <a:lnSpc>
                <a:spcPct val="100000"/>
              </a:lnSpc>
              <a:spcBef>
                <a:spcPts val="0"/>
              </a:spcBef>
              <a:spcAft>
                <a:spcPts val="0"/>
              </a:spcAft>
              <a:buSzPts val="2800"/>
              <a:buNone/>
              <a:defRPr>
                <a:latin typeface="Roboto Medium"/>
                <a:ea typeface="Roboto Medium"/>
                <a:cs typeface="Roboto Medium"/>
                <a:sym typeface="Roboto Medium"/>
              </a:defRPr>
            </a:lvl5pPr>
            <a:lvl6pPr lvl="5" algn="l">
              <a:lnSpc>
                <a:spcPct val="100000"/>
              </a:lnSpc>
              <a:spcBef>
                <a:spcPts val="0"/>
              </a:spcBef>
              <a:spcAft>
                <a:spcPts val="0"/>
              </a:spcAft>
              <a:buSzPts val="2800"/>
              <a:buNone/>
              <a:defRPr>
                <a:latin typeface="Roboto Medium"/>
                <a:ea typeface="Roboto Medium"/>
                <a:cs typeface="Roboto Medium"/>
                <a:sym typeface="Roboto Medium"/>
              </a:defRPr>
            </a:lvl6pPr>
            <a:lvl7pPr lvl="6" algn="l">
              <a:lnSpc>
                <a:spcPct val="100000"/>
              </a:lnSpc>
              <a:spcBef>
                <a:spcPts val="0"/>
              </a:spcBef>
              <a:spcAft>
                <a:spcPts val="0"/>
              </a:spcAft>
              <a:buSzPts val="2800"/>
              <a:buNone/>
              <a:defRPr>
                <a:latin typeface="Roboto Medium"/>
                <a:ea typeface="Roboto Medium"/>
                <a:cs typeface="Roboto Medium"/>
                <a:sym typeface="Roboto Medium"/>
              </a:defRPr>
            </a:lvl7pPr>
            <a:lvl8pPr lvl="7" algn="l">
              <a:lnSpc>
                <a:spcPct val="100000"/>
              </a:lnSpc>
              <a:spcBef>
                <a:spcPts val="0"/>
              </a:spcBef>
              <a:spcAft>
                <a:spcPts val="0"/>
              </a:spcAft>
              <a:buSzPts val="2800"/>
              <a:buNone/>
              <a:defRPr>
                <a:latin typeface="Roboto Medium"/>
                <a:ea typeface="Roboto Medium"/>
                <a:cs typeface="Roboto Medium"/>
                <a:sym typeface="Roboto Medium"/>
              </a:defRPr>
            </a:lvl8pPr>
            <a:lvl9pPr lvl="8" algn="l">
              <a:lnSpc>
                <a:spcPct val="100000"/>
              </a:lnSpc>
              <a:spcBef>
                <a:spcPts val="0"/>
              </a:spcBef>
              <a:spcAft>
                <a:spcPts val="0"/>
              </a:spcAft>
              <a:buSzPts val="2800"/>
              <a:buNone/>
              <a:defRPr>
                <a:latin typeface="Roboto Medium"/>
                <a:ea typeface="Roboto Medium"/>
                <a:cs typeface="Roboto Medium"/>
                <a:sym typeface="Roboto Medium"/>
              </a:defRPr>
            </a:lvl9pPr>
          </a:lstStyle>
          <a:p/>
        </p:txBody>
      </p:sp>
      <p:sp>
        <p:nvSpPr>
          <p:cNvPr id="70" name="Google Shape;70;p42"/>
          <p:cNvSpPr/>
          <p:nvPr>
            <p:ph idx="16" type="pic"/>
          </p:nvPr>
        </p:nvSpPr>
        <p:spPr>
          <a:xfrm>
            <a:off x="6500167" y="1925600"/>
            <a:ext cx="1753200" cy="1753200"/>
          </a:xfrm>
          <a:prstGeom prst="ellipse">
            <a:avLst/>
          </a:prstGeom>
          <a:noFill/>
          <a:ln cap="flat" cmpd="sng" w="38100">
            <a:solidFill>
              <a:schemeClr val="accent1"/>
            </a:solidFill>
            <a:prstDash val="solid"/>
            <a:round/>
            <a:headEnd len="sm" w="sm" type="none"/>
            <a:tailEnd len="sm" w="sm" type="none"/>
          </a:ln>
        </p:spPr>
      </p:sp>
      <p:sp>
        <p:nvSpPr>
          <p:cNvPr id="71" name="Google Shape;71;p42"/>
          <p:cNvSpPr txBox="1"/>
          <p:nvPr>
            <p:ph idx="1" type="body"/>
          </p:nvPr>
        </p:nvSpPr>
        <p:spPr>
          <a:xfrm>
            <a:off x="1026967" y="4437633"/>
            <a:ext cx="1753200" cy="14313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2000"/>
              </a:spcBef>
              <a:spcAft>
                <a:spcPts val="0"/>
              </a:spcAft>
              <a:buSzPts val="1800"/>
              <a:buFont typeface="Roboto"/>
              <a:buChar char="●"/>
              <a:defRPr>
                <a:latin typeface="Roboto"/>
                <a:ea typeface="Roboto"/>
                <a:cs typeface="Roboto"/>
                <a:sym typeface="Roboto"/>
              </a:defRPr>
            </a:lvl1pPr>
            <a:lvl2pPr indent="-317500" lvl="1" marL="914400" algn="ctr">
              <a:lnSpc>
                <a:spcPct val="115000"/>
              </a:lnSpc>
              <a:spcBef>
                <a:spcPts val="0"/>
              </a:spcBef>
              <a:spcAft>
                <a:spcPts val="0"/>
              </a:spcAft>
              <a:buSzPts val="1400"/>
              <a:buFont typeface="Roboto"/>
              <a:buChar char="○"/>
              <a:defRPr>
                <a:latin typeface="Roboto"/>
                <a:ea typeface="Roboto"/>
                <a:cs typeface="Roboto"/>
                <a:sym typeface="Roboto"/>
              </a:defRPr>
            </a:lvl2pPr>
            <a:lvl3pPr indent="-317500" lvl="2" marL="1371600" algn="ctr">
              <a:lnSpc>
                <a:spcPct val="115000"/>
              </a:lnSpc>
              <a:spcBef>
                <a:spcPts val="0"/>
              </a:spcBef>
              <a:spcAft>
                <a:spcPts val="0"/>
              </a:spcAft>
              <a:buSzPts val="1400"/>
              <a:buFont typeface="Roboto"/>
              <a:buChar char="■"/>
              <a:defRPr>
                <a:latin typeface="Roboto"/>
                <a:ea typeface="Roboto"/>
                <a:cs typeface="Roboto"/>
                <a:sym typeface="Roboto"/>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72" name="Google Shape;72;p42"/>
          <p:cNvSpPr txBox="1"/>
          <p:nvPr>
            <p:ph idx="17" type="body"/>
          </p:nvPr>
        </p:nvSpPr>
        <p:spPr>
          <a:xfrm>
            <a:off x="3763567" y="4437633"/>
            <a:ext cx="1753200" cy="14313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2000"/>
              </a:spcBef>
              <a:spcAft>
                <a:spcPts val="0"/>
              </a:spcAft>
              <a:buSzPts val="1800"/>
              <a:buFont typeface="Roboto"/>
              <a:buChar char="●"/>
              <a:defRPr>
                <a:latin typeface="Roboto"/>
                <a:ea typeface="Roboto"/>
                <a:cs typeface="Roboto"/>
                <a:sym typeface="Roboto"/>
              </a:defRPr>
            </a:lvl1pPr>
            <a:lvl2pPr indent="-317500" lvl="1" marL="914400" algn="ctr">
              <a:lnSpc>
                <a:spcPct val="115000"/>
              </a:lnSpc>
              <a:spcBef>
                <a:spcPts val="0"/>
              </a:spcBef>
              <a:spcAft>
                <a:spcPts val="0"/>
              </a:spcAft>
              <a:buSzPts val="1400"/>
              <a:buFont typeface="Roboto"/>
              <a:buChar char="○"/>
              <a:defRPr>
                <a:latin typeface="Roboto"/>
                <a:ea typeface="Roboto"/>
                <a:cs typeface="Roboto"/>
                <a:sym typeface="Roboto"/>
              </a:defRPr>
            </a:lvl2pPr>
            <a:lvl3pPr indent="-317500" lvl="2" marL="1371600" algn="ctr">
              <a:lnSpc>
                <a:spcPct val="115000"/>
              </a:lnSpc>
              <a:spcBef>
                <a:spcPts val="0"/>
              </a:spcBef>
              <a:spcAft>
                <a:spcPts val="0"/>
              </a:spcAft>
              <a:buSzPts val="1400"/>
              <a:buFont typeface="Roboto"/>
              <a:buChar char="■"/>
              <a:defRPr>
                <a:latin typeface="Roboto"/>
                <a:ea typeface="Roboto"/>
                <a:cs typeface="Roboto"/>
                <a:sym typeface="Roboto"/>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73" name="Google Shape;73;p42"/>
          <p:cNvSpPr txBox="1"/>
          <p:nvPr>
            <p:ph idx="18" type="body"/>
          </p:nvPr>
        </p:nvSpPr>
        <p:spPr>
          <a:xfrm>
            <a:off x="6500167" y="4437633"/>
            <a:ext cx="1753200" cy="14313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2000"/>
              </a:spcBef>
              <a:spcAft>
                <a:spcPts val="0"/>
              </a:spcAft>
              <a:buSzPts val="1800"/>
              <a:buFont typeface="Roboto"/>
              <a:buChar char="●"/>
              <a:defRPr>
                <a:latin typeface="Roboto"/>
                <a:ea typeface="Roboto"/>
                <a:cs typeface="Roboto"/>
                <a:sym typeface="Roboto"/>
              </a:defRPr>
            </a:lvl1pPr>
            <a:lvl2pPr indent="-317500" lvl="1" marL="914400" algn="ctr">
              <a:lnSpc>
                <a:spcPct val="115000"/>
              </a:lnSpc>
              <a:spcBef>
                <a:spcPts val="0"/>
              </a:spcBef>
              <a:spcAft>
                <a:spcPts val="0"/>
              </a:spcAft>
              <a:buSzPts val="1400"/>
              <a:buFont typeface="Roboto"/>
              <a:buChar char="○"/>
              <a:defRPr>
                <a:latin typeface="Roboto"/>
                <a:ea typeface="Roboto"/>
                <a:cs typeface="Roboto"/>
                <a:sym typeface="Roboto"/>
              </a:defRPr>
            </a:lvl2pPr>
            <a:lvl3pPr indent="-317500" lvl="2" marL="1371600" algn="ctr">
              <a:lnSpc>
                <a:spcPct val="115000"/>
              </a:lnSpc>
              <a:spcBef>
                <a:spcPts val="0"/>
              </a:spcBef>
              <a:spcAft>
                <a:spcPts val="0"/>
              </a:spcAft>
              <a:buSzPts val="1400"/>
              <a:buFont typeface="Roboto"/>
              <a:buChar char="■"/>
              <a:defRPr>
                <a:latin typeface="Roboto"/>
                <a:ea typeface="Roboto"/>
                <a:cs typeface="Roboto"/>
                <a:sym typeface="Roboto"/>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74" name="Google Shape;74;p42"/>
          <p:cNvSpPr txBox="1"/>
          <p:nvPr>
            <p:ph idx="19" type="body"/>
          </p:nvPr>
        </p:nvSpPr>
        <p:spPr>
          <a:xfrm>
            <a:off x="9236767" y="4437633"/>
            <a:ext cx="1753200" cy="14313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2000"/>
              </a:spcBef>
              <a:spcAft>
                <a:spcPts val="0"/>
              </a:spcAft>
              <a:buSzPts val="1800"/>
              <a:buFont typeface="Roboto"/>
              <a:buChar char="●"/>
              <a:defRPr>
                <a:latin typeface="Roboto"/>
                <a:ea typeface="Roboto"/>
                <a:cs typeface="Roboto"/>
                <a:sym typeface="Roboto"/>
              </a:defRPr>
            </a:lvl1pPr>
            <a:lvl2pPr indent="-317500" lvl="1" marL="914400" algn="ctr">
              <a:lnSpc>
                <a:spcPct val="115000"/>
              </a:lnSpc>
              <a:spcBef>
                <a:spcPts val="0"/>
              </a:spcBef>
              <a:spcAft>
                <a:spcPts val="0"/>
              </a:spcAft>
              <a:buSzPts val="1400"/>
              <a:buFont typeface="Roboto"/>
              <a:buChar char="○"/>
              <a:defRPr>
                <a:latin typeface="Roboto"/>
                <a:ea typeface="Roboto"/>
                <a:cs typeface="Roboto"/>
                <a:sym typeface="Roboto"/>
              </a:defRPr>
            </a:lvl2pPr>
            <a:lvl3pPr indent="-317500" lvl="2" marL="1371600" algn="ctr">
              <a:lnSpc>
                <a:spcPct val="115000"/>
              </a:lnSpc>
              <a:spcBef>
                <a:spcPts val="0"/>
              </a:spcBef>
              <a:spcAft>
                <a:spcPts val="0"/>
              </a:spcAft>
              <a:buSzPts val="1400"/>
              <a:buFont typeface="Roboto"/>
              <a:buChar char="■"/>
              <a:defRPr>
                <a:latin typeface="Roboto"/>
                <a:ea typeface="Roboto"/>
                <a:cs typeface="Roboto"/>
                <a:sym typeface="Roboto"/>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4" Type="http://schemas.openxmlformats.org/officeDocument/2006/relationships/theme" Target="../theme/theme2.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5" name="Shape 5"/>
        <p:cNvGrpSpPr/>
        <p:nvPr/>
      </p:nvGrpSpPr>
      <p:grpSpPr>
        <a:xfrm>
          <a:off x="0" y="0"/>
          <a:ext cx="0" cy="0"/>
          <a:chOff x="0" y="0"/>
          <a:chExt cx="0" cy="0"/>
        </a:xfrm>
      </p:grpSpPr>
      <p:sp>
        <p:nvSpPr>
          <p:cNvPr id="6" name="Google Shape;6;p30"/>
          <p:cNvSpPr txBox="1"/>
          <p:nvPr>
            <p:ph type="title"/>
          </p:nvPr>
        </p:nvSpPr>
        <p:spPr>
          <a:xfrm>
            <a:off x="415600" y="593367"/>
            <a:ext cx="11360800" cy="7636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Roboto"/>
              <a:buNone/>
              <a:defRPr b="1" i="0" sz="2800" u="none" cap="none" strike="noStrike">
                <a:solidFill>
                  <a:schemeClr val="dk1"/>
                </a:solidFill>
                <a:latin typeface="Roboto"/>
                <a:ea typeface="Roboto"/>
                <a:cs typeface="Roboto"/>
                <a:sym typeface="Roboto"/>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30"/>
          <p:cNvSpPr txBox="1"/>
          <p:nvPr>
            <p:ph idx="1" type="body"/>
          </p:nvPr>
        </p:nvSpPr>
        <p:spPr>
          <a:xfrm>
            <a:off x="415600" y="1536633"/>
            <a:ext cx="11361600" cy="45552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1500"/>
              </a:spcBef>
              <a:spcAft>
                <a:spcPts val="0"/>
              </a:spcAft>
              <a:buClr>
                <a:schemeClr val="accent1"/>
              </a:buClr>
              <a:buSzPts val="1800"/>
              <a:buFont typeface="Roboto Medium"/>
              <a:buChar char="●"/>
              <a:defRPr b="0" i="0" sz="1800" u="none" cap="none" strike="noStrike">
                <a:solidFill>
                  <a:schemeClr val="accent1"/>
                </a:solidFill>
                <a:latin typeface="Roboto Medium"/>
                <a:ea typeface="Roboto Medium"/>
                <a:cs typeface="Roboto Medium"/>
                <a:sym typeface="Roboto Medium"/>
              </a:defRPr>
            </a:lvl1pPr>
            <a:lvl2pPr indent="-317500" lvl="1" marL="914400" marR="0" rtl="0" algn="l">
              <a:lnSpc>
                <a:spcPct val="115000"/>
              </a:lnSpc>
              <a:spcBef>
                <a:spcPts val="0"/>
              </a:spcBef>
              <a:spcAft>
                <a:spcPts val="0"/>
              </a:spcAft>
              <a:buClr>
                <a:schemeClr val="accent3"/>
              </a:buClr>
              <a:buSzPts val="1400"/>
              <a:buFont typeface="Roboto Medium"/>
              <a:buChar char="○"/>
              <a:defRPr b="0" i="0" sz="1867" u="none" cap="none" strike="noStrike">
                <a:solidFill>
                  <a:schemeClr val="accent3"/>
                </a:solidFill>
                <a:latin typeface="Roboto Medium"/>
                <a:ea typeface="Roboto Medium"/>
                <a:cs typeface="Roboto Medium"/>
                <a:sym typeface="Roboto Medium"/>
              </a:defRPr>
            </a:lvl2pPr>
            <a:lvl3pPr indent="-317500" lvl="2" marL="1371600" marR="0" rtl="0" algn="l">
              <a:lnSpc>
                <a:spcPct val="115000"/>
              </a:lnSpc>
              <a:spcBef>
                <a:spcPts val="0"/>
              </a:spcBef>
              <a:spcAft>
                <a:spcPts val="0"/>
              </a:spcAft>
              <a:buClr>
                <a:schemeClr val="accent4"/>
              </a:buClr>
              <a:buSzPts val="1400"/>
              <a:buFont typeface="Roboto Light"/>
              <a:buChar char="■"/>
              <a:defRPr b="0" i="0" sz="1867" u="none" cap="none" strike="noStrike">
                <a:solidFill>
                  <a:schemeClr val="accent4"/>
                </a:solidFill>
                <a:latin typeface="Roboto Light"/>
                <a:ea typeface="Roboto Light"/>
                <a:cs typeface="Roboto Light"/>
                <a:sym typeface="Roboto Light"/>
              </a:defRPr>
            </a:lvl3pPr>
            <a:lvl4pPr indent="-317500" lvl="3" marL="1828800" marR="0" rtl="0" algn="l">
              <a:lnSpc>
                <a:spcPct val="115000"/>
              </a:lnSpc>
              <a:spcBef>
                <a:spcPts val="0"/>
              </a:spcBef>
              <a:spcAft>
                <a:spcPts val="0"/>
              </a:spcAft>
              <a:buClr>
                <a:schemeClr val="dk2"/>
              </a:buClr>
              <a:buSzPts val="1400"/>
              <a:buFont typeface="Roboto"/>
              <a:buChar char="●"/>
              <a:defRPr b="0" i="0" sz="1867" u="none" cap="none" strike="noStrike">
                <a:solidFill>
                  <a:schemeClr val="dk2"/>
                </a:solidFill>
                <a:latin typeface="Roboto"/>
                <a:ea typeface="Roboto"/>
                <a:cs typeface="Roboto"/>
                <a:sym typeface="Roboto"/>
              </a:defRPr>
            </a:lvl4pPr>
            <a:lvl5pPr indent="-317500" lvl="4" marL="2286000" marR="0" rtl="0" algn="l">
              <a:lnSpc>
                <a:spcPct val="115000"/>
              </a:lnSpc>
              <a:spcBef>
                <a:spcPts val="0"/>
              </a:spcBef>
              <a:spcAft>
                <a:spcPts val="0"/>
              </a:spcAft>
              <a:buClr>
                <a:schemeClr val="dk2"/>
              </a:buClr>
              <a:buSzPts val="1400"/>
              <a:buFont typeface="Roboto"/>
              <a:buChar char="○"/>
              <a:defRPr b="0" i="0" sz="1867" u="none" cap="none" strike="noStrike">
                <a:solidFill>
                  <a:schemeClr val="dk2"/>
                </a:solidFill>
                <a:latin typeface="Roboto"/>
                <a:ea typeface="Roboto"/>
                <a:cs typeface="Roboto"/>
                <a:sym typeface="Roboto"/>
              </a:defRPr>
            </a:lvl5pPr>
            <a:lvl6pPr indent="-317500" lvl="5" marL="2743200" marR="0" rtl="0" algn="l">
              <a:lnSpc>
                <a:spcPct val="115000"/>
              </a:lnSpc>
              <a:spcBef>
                <a:spcPts val="0"/>
              </a:spcBef>
              <a:spcAft>
                <a:spcPts val="0"/>
              </a:spcAft>
              <a:buClr>
                <a:schemeClr val="dk2"/>
              </a:buClr>
              <a:buSzPts val="1400"/>
              <a:buFont typeface="Roboto"/>
              <a:buChar char="■"/>
              <a:defRPr b="0" i="0" sz="1867" u="none" cap="none" strike="noStrike">
                <a:solidFill>
                  <a:schemeClr val="dk2"/>
                </a:solidFill>
                <a:latin typeface="Roboto"/>
                <a:ea typeface="Roboto"/>
                <a:cs typeface="Roboto"/>
                <a:sym typeface="Roboto"/>
              </a:defRPr>
            </a:lvl6pPr>
            <a:lvl7pPr indent="-317500" lvl="6" marL="3200400" marR="0" rtl="0" algn="l">
              <a:lnSpc>
                <a:spcPct val="115000"/>
              </a:lnSpc>
              <a:spcBef>
                <a:spcPts val="0"/>
              </a:spcBef>
              <a:spcAft>
                <a:spcPts val="0"/>
              </a:spcAft>
              <a:buClr>
                <a:schemeClr val="dk2"/>
              </a:buClr>
              <a:buSzPts val="1400"/>
              <a:buFont typeface="Roboto"/>
              <a:buChar char="●"/>
              <a:defRPr b="0" i="0" sz="1867" u="none" cap="none" strike="noStrike">
                <a:solidFill>
                  <a:schemeClr val="dk2"/>
                </a:solidFill>
                <a:latin typeface="Roboto"/>
                <a:ea typeface="Roboto"/>
                <a:cs typeface="Roboto"/>
                <a:sym typeface="Roboto"/>
              </a:defRPr>
            </a:lvl7pPr>
            <a:lvl8pPr indent="-317500" lvl="7" marL="3657600" marR="0" rtl="0" algn="l">
              <a:lnSpc>
                <a:spcPct val="115000"/>
              </a:lnSpc>
              <a:spcBef>
                <a:spcPts val="0"/>
              </a:spcBef>
              <a:spcAft>
                <a:spcPts val="0"/>
              </a:spcAft>
              <a:buClr>
                <a:schemeClr val="dk2"/>
              </a:buClr>
              <a:buSzPts val="1400"/>
              <a:buFont typeface="Roboto"/>
              <a:buChar char="○"/>
              <a:defRPr b="0" i="0" sz="1867" u="none" cap="none" strike="noStrike">
                <a:solidFill>
                  <a:schemeClr val="dk2"/>
                </a:solidFill>
                <a:latin typeface="Roboto"/>
                <a:ea typeface="Roboto"/>
                <a:cs typeface="Roboto"/>
                <a:sym typeface="Roboto"/>
              </a:defRPr>
            </a:lvl8pPr>
            <a:lvl9pPr indent="-317500" lvl="8" marL="4114800" marR="0" rtl="0" algn="l">
              <a:lnSpc>
                <a:spcPct val="115000"/>
              </a:lnSpc>
              <a:spcBef>
                <a:spcPts val="0"/>
              </a:spcBef>
              <a:spcAft>
                <a:spcPts val="0"/>
              </a:spcAft>
              <a:buClr>
                <a:schemeClr val="dk2"/>
              </a:buClr>
              <a:buSzPts val="1400"/>
              <a:buFont typeface="Roboto"/>
              <a:buChar char="■"/>
              <a:defRPr b="0" i="0" sz="1867" u="none" cap="none" strike="noStrike">
                <a:solidFill>
                  <a:schemeClr val="dk2"/>
                </a:solidFill>
                <a:latin typeface="Roboto"/>
                <a:ea typeface="Roboto"/>
                <a:cs typeface="Roboto"/>
                <a:sym typeface="Roboto"/>
              </a:defRPr>
            </a:lvl9pPr>
          </a:lstStyle>
          <a:p/>
        </p:txBody>
      </p:sp>
      <p:sp>
        <p:nvSpPr>
          <p:cNvPr id="8" name="Google Shape;8;p30"/>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333"/>
              <a:buFont typeface="Arial"/>
              <a:buNone/>
              <a:defRPr b="0" i="0" sz="1333" u="none" cap="none" strike="noStrike">
                <a:solidFill>
                  <a:schemeClr val="lt1"/>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33"/>
              <a:buFont typeface="Arial"/>
              <a:buNone/>
              <a:defRPr b="0" i="0" sz="1333" u="none" cap="none" strike="noStrike">
                <a:solidFill>
                  <a:schemeClr val="lt1"/>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33"/>
              <a:buFont typeface="Arial"/>
              <a:buNone/>
              <a:defRPr b="0" i="0" sz="1333" u="none" cap="none" strike="noStrike">
                <a:solidFill>
                  <a:schemeClr val="lt1"/>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33"/>
              <a:buFont typeface="Arial"/>
              <a:buNone/>
              <a:defRPr b="0" i="0" sz="1333" u="none" cap="none" strike="noStrike">
                <a:solidFill>
                  <a:schemeClr val="lt1"/>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33"/>
              <a:buFont typeface="Arial"/>
              <a:buNone/>
              <a:defRPr b="0" i="0" sz="1333" u="none" cap="none" strike="noStrike">
                <a:solidFill>
                  <a:schemeClr val="lt1"/>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33"/>
              <a:buFont typeface="Arial"/>
              <a:buNone/>
              <a:defRPr b="0" i="0" sz="1333" u="none" cap="none" strike="noStrike">
                <a:solidFill>
                  <a:schemeClr val="lt1"/>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33"/>
              <a:buFont typeface="Arial"/>
              <a:buNone/>
              <a:defRPr b="0" i="0" sz="1333" u="none" cap="none" strike="noStrike">
                <a:solidFill>
                  <a:schemeClr val="lt1"/>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33"/>
              <a:buFont typeface="Arial"/>
              <a:buNone/>
              <a:defRPr b="0" i="0" sz="1333" u="none" cap="none" strike="noStrike">
                <a:solidFill>
                  <a:schemeClr val="lt1"/>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33"/>
              <a:buFont typeface="Arial"/>
              <a:buNone/>
              <a:defRPr b="0" i="0" sz="1333"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pic>
        <p:nvPicPr>
          <p:cNvPr id="9" name="Google Shape;9;p30"/>
          <p:cNvPicPr preferRelativeResize="0"/>
          <p:nvPr/>
        </p:nvPicPr>
        <p:blipFill rotWithShape="1">
          <a:blip r:embed="rId1">
            <a:alphaModFix/>
          </a:blip>
          <a:srcRect b="0" l="0" r="0" t="0"/>
          <a:stretch/>
        </p:blipFill>
        <p:spPr>
          <a:xfrm>
            <a:off x="9167041" y="94400"/>
            <a:ext cx="2946593" cy="763600"/>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hyperlink" Target="https://pip.inf.ed.ac.uk/tsp?vacancies"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g3f57e27b11a_0_8"/>
          <p:cNvSpPr txBox="1"/>
          <p:nvPr>
            <p:ph type="ctrTitle"/>
          </p:nvPr>
        </p:nvSpPr>
        <p:spPr>
          <a:xfrm>
            <a:off x="633046" y="2296608"/>
            <a:ext cx="9043500" cy="22647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5696"/>
              <a:buFont typeface="Roboto Serif SemiBold"/>
              <a:buNone/>
            </a:pPr>
            <a:r>
              <a:rPr lang="en-GB"/>
              <a:t>Teaching Roles</a:t>
            </a:r>
            <a:endParaRPr/>
          </a:p>
        </p:txBody>
      </p:sp>
      <p:sp>
        <p:nvSpPr>
          <p:cNvPr id="80" name="Google Shape;80;g3f57e27b11a_0_8"/>
          <p:cNvSpPr txBox="1"/>
          <p:nvPr/>
        </p:nvSpPr>
        <p:spPr>
          <a:xfrm>
            <a:off x="785446" y="4561391"/>
            <a:ext cx="9043500" cy="2264700"/>
          </a:xfrm>
          <a:prstGeom prst="rect">
            <a:avLst/>
          </a:prstGeom>
          <a:noFill/>
          <a:ln>
            <a:noFill/>
          </a:ln>
        </p:spPr>
        <p:txBody>
          <a:bodyPr anchorCtr="0" anchor="t" bIns="91425" lIns="91425" spcFirstLastPara="1" rIns="91425" wrap="square" tIns="91425">
            <a:normAutofit/>
          </a:bodyPr>
          <a:lstStyle/>
          <a:p>
            <a:pPr indent="0" lvl="0" marL="0" marR="0" rtl="0" algn="ctr">
              <a:lnSpc>
                <a:spcPct val="100000"/>
              </a:lnSpc>
              <a:spcBef>
                <a:spcPts val="0"/>
              </a:spcBef>
              <a:spcAft>
                <a:spcPts val="0"/>
              </a:spcAft>
              <a:buClr>
                <a:schemeClr val="dk1"/>
              </a:buClr>
              <a:buSzPts val="5333"/>
              <a:buFont typeface="Roboto Serif SemiBold"/>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4"/>
          <p:cNvSpPr txBox="1"/>
          <p:nvPr>
            <p:ph type="title"/>
          </p:nvPr>
        </p:nvSpPr>
        <p:spPr>
          <a:xfrm>
            <a:off x="415600" y="593367"/>
            <a:ext cx="11360800" cy="7636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lang="en-GB"/>
              <a:t>Overview</a:t>
            </a:r>
            <a:endParaRPr/>
          </a:p>
        </p:txBody>
      </p:sp>
      <p:sp>
        <p:nvSpPr>
          <p:cNvPr id="86" name="Google Shape;86;p4"/>
          <p:cNvSpPr txBox="1"/>
          <p:nvPr>
            <p:ph idx="1" type="body"/>
          </p:nvPr>
        </p:nvSpPr>
        <p:spPr>
          <a:xfrm>
            <a:off x="415599" y="1536633"/>
            <a:ext cx="7837149" cy="4555200"/>
          </a:xfrm>
          <a:prstGeom prst="rect">
            <a:avLst/>
          </a:prstGeom>
          <a:noFill/>
          <a:ln>
            <a:noFill/>
          </a:ln>
        </p:spPr>
        <p:txBody>
          <a:bodyPr anchorCtr="0" anchor="t" bIns="91425" lIns="91425" spcFirstLastPara="1" rIns="91425" wrap="square" tIns="91425">
            <a:normAutofit/>
          </a:bodyPr>
          <a:lstStyle/>
          <a:p>
            <a:pPr indent="-317500" lvl="0" marL="457200" rtl="0" algn="l">
              <a:lnSpc>
                <a:spcPct val="115000"/>
              </a:lnSpc>
              <a:spcBef>
                <a:spcPts val="2000"/>
              </a:spcBef>
              <a:spcAft>
                <a:spcPts val="0"/>
              </a:spcAft>
              <a:buSzPts val="1400"/>
              <a:buChar char="&gt;"/>
            </a:pPr>
            <a:r>
              <a:rPr lang="en-GB" sz="2400">
                <a:solidFill>
                  <a:schemeClr val="lt1"/>
                </a:solidFill>
              </a:rPr>
              <a:t>As an </a:t>
            </a:r>
            <a:r>
              <a:rPr lang="en-GB" sz="2400">
                <a:solidFill>
                  <a:schemeClr val="lt1"/>
                </a:solidFill>
              </a:rPr>
              <a:t>Undergraduate student, after your first year you can be a Lab Demonstrator/Tutor/Marker for the course you have completed!</a:t>
            </a:r>
            <a:endParaRPr sz="2400">
              <a:solidFill>
                <a:schemeClr val="lt1"/>
              </a:solidFill>
            </a:endParaRPr>
          </a:p>
          <a:p>
            <a:pPr indent="-317500" lvl="0" marL="457200" rtl="0" algn="l">
              <a:lnSpc>
                <a:spcPct val="115000"/>
              </a:lnSpc>
              <a:spcBef>
                <a:spcPts val="2000"/>
              </a:spcBef>
              <a:spcAft>
                <a:spcPts val="0"/>
              </a:spcAft>
              <a:buSzPts val="1400"/>
              <a:buChar char="&gt;"/>
            </a:pPr>
            <a:r>
              <a:rPr lang="en-GB" sz="2400">
                <a:solidFill>
                  <a:schemeClr val="lt1"/>
                </a:solidFill>
              </a:rPr>
              <a:t>If you did where in that course, like a mark above 70 (but please check the exact requirement for each positions), you have a high chance to get the job!</a:t>
            </a:r>
            <a:endParaRPr sz="2400">
              <a:solidFill>
                <a:schemeClr val="lt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g3f8de40e5db_0_2"/>
          <p:cNvSpPr txBox="1"/>
          <p:nvPr>
            <p:ph type="title"/>
          </p:nvPr>
        </p:nvSpPr>
        <p:spPr>
          <a:xfrm>
            <a:off x="415600" y="593367"/>
            <a:ext cx="11360700" cy="7635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lang="en-GB"/>
              <a:t>Applications</a:t>
            </a:r>
            <a:endParaRPr/>
          </a:p>
        </p:txBody>
      </p:sp>
      <p:sp>
        <p:nvSpPr>
          <p:cNvPr id="92" name="Google Shape;92;g3f8de40e5db_0_2"/>
          <p:cNvSpPr txBox="1"/>
          <p:nvPr>
            <p:ph idx="1" type="body"/>
          </p:nvPr>
        </p:nvSpPr>
        <p:spPr>
          <a:xfrm>
            <a:off x="415600" y="1536624"/>
            <a:ext cx="7837200" cy="5080200"/>
          </a:xfrm>
          <a:prstGeom prst="rect">
            <a:avLst/>
          </a:prstGeom>
          <a:noFill/>
          <a:ln>
            <a:noFill/>
          </a:ln>
        </p:spPr>
        <p:txBody>
          <a:bodyPr anchorCtr="0" anchor="t" bIns="91425" lIns="91425" spcFirstLastPara="1" rIns="91425" wrap="square" tIns="91425">
            <a:normAutofit/>
          </a:bodyPr>
          <a:lstStyle/>
          <a:p>
            <a:pPr indent="-317500" lvl="0" marL="457200" rtl="0" algn="l">
              <a:lnSpc>
                <a:spcPct val="115000"/>
              </a:lnSpc>
              <a:spcBef>
                <a:spcPts val="2000"/>
              </a:spcBef>
              <a:spcAft>
                <a:spcPts val="0"/>
              </a:spcAft>
              <a:buSzPts val="1400"/>
              <a:buChar char="&gt;"/>
            </a:pPr>
            <a:r>
              <a:rPr lang="en-GB" sz="2400">
                <a:solidFill>
                  <a:schemeClr val="lt1"/>
                </a:solidFill>
              </a:rPr>
              <a:t>All the release date of each job is announcement by the course organisers through email / course announcement separately (around June and July).</a:t>
            </a:r>
            <a:endParaRPr sz="2400">
              <a:solidFill>
                <a:schemeClr val="lt1"/>
              </a:solidFill>
            </a:endParaRPr>
          </a:p>
          <a:p>
            <a:pPr indent="-317500" lvl="0" marL="457200" rtl="0" algn="l">
              <a:lnSpc>
                <a:spcPct val="115000"/>
              </a:lnSpc>
              <a:spcBef>
                <a:spcPts val="2000"/>
              </a:spcBef>
              <a:spcAft>
                <a:spcPts val="0"/>
              </a:spcAft>
              <a:buSzPts val="1400"/>
              <a:buChar char="&gt;"/>
            </a:pPr>
            <a:r>
              <a:rPr lang="en-GB" sz="2400">
                <a:solidFill>
                  <a:schemeClr val="lt1"/>
                </a:solidFill>
              </a:rPr>
              <a:t>You will need to apply through the pip website, </a:t>
            </a:r>
            <a:r>
              <a:rPr lang="en-GB" sz="2400" u="sng">
                <a:solidFill>
                  <a:schemeClr val="hlink"/>
                </a:solidFill>
                <a:hlinkClick r:id="rId3"/>
              </a:rPr>
              <a:t>https://pip.inf.ed.ac.uk/tsp?vacancies</a:t>
            </a:r>
            <a:r>
              <a:rPr lang="en-GB" sz="2400">
                <a:solidFill>
                  <a:schemeClr val="lt1"/>
                </a:solidFill>
              </a:rPr>
              <a:t> (need vpn if </a:t>
            </a:r>
            <a:r>
              <a:rPr lang="en-GB" sz="2400">
                <a:solidFill>
                  <a:schemeClr val="lt1"/>
                </a:solidFill>
              </a:rPr>
              <a:t>outside</a:t>
            </a:r>
            <a:r>
              <a:rPr lang="en-GB" sz="2400">
                <a:solidFill>
                  <a:schemeClr val="lt1"/>
                </a:solidFill>
              </a:rPr>
              <a:t> </a:t>
            </a:r>
            <a:r>
              <a:rPr lang="en-GB" sz="2400">
                <a:solidFill>
                  <a:schemeClr val="lt1"/>
                </a:solidFill>
              </a:rPr>
              <a:t>university</a:t>
            </a:r>
            <a:r>
              <a:rPr lang="en-GB" sz="2400">
                <a:solidFill>
                  <a:schemeClr val="lt1"/>
                </a:solidFill>
              </a:rPr>
              <a:t> network)</a:t>
            </a:r>
            <a:endParaRPr sz="2400">
              <a:solidFill>
                <a:schemeClr val="lt1"/>
              </a:solidFill>
            </a:endParaRPr>
          </a:p>
          <a:p>
            <a:pPr indent="-317500" lvl="0" marL="457200" rtl="0" algn="l">
              <a:lnSpc>
                <a:spcPct val="115000"/>
              </a:lnSpc>
              <a:spcBef>
                <a:spcPts val="2000"/>
              </a:spcBef>
              <a:spcAft>
                <a:spcPts val="0"/>
              </a:spcAft>
              <a:buSzPts val="1400"/>
              <a:buChar char="&gt;"/>
            </a:pPr>
            <a:r>
              <a:rPr lang="en-GB" sz="2400">
                <a:solidFill>
                  <a:schemeClr val="lt1"/>
                </a:solidFill>
              </a:rPr>
              <a:t>No CV needed, just write a </a:t>
            </a:r>
            <a:r>
              <a:rPr lang="en-GB" sz="2400">
                <a:solidFill>
                  <a:schemeClr val="lt1"/>
                </a:solidFill>
              </a:rPr>
              <a:t>paragraph</a:t>
            </a:r>
            <a:r>
              <a:rPr lang="en-GB" sz="2400">
                <a:solidFill>
                  <a:schemeClr val="lt1"/>
                </a:solidFill>
              </a:rPr>
              <a:t> explaining why you are interested </a:t>
            </a:r>
            <a:endParaRPr sz="2400">
              <a:solidFill>
                <a:schemeClr val="lt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g3f8de40e5db_0_14"/>
          <p:cNvSpPr txBox="1"/>
          <p:nvPr>
            <p:ph type="title"/>
          </p:nvPr>
        </p:nvSpPr>
        <p:spPr>
          <a:xfrm>
            <a:off x="415600" y="593367"/>
            <a:ext cx="11360700" cy="7635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lang="en-GB"/>
              <a:t>Training</a:t>
            </a:r>
            <a:r>
              <a:rPr lang="en-GB"/>
              <a:t> </a:t>
            </a:r>
            <a:endParaRPr/>
          </a:p>
        </p:txBody>
      </p:sp>
      <p:sp>
        <p:nvSpPr>
          <p:cNvPr id="98" name="Google Shape;98;g3f8de40e5db_0_14"/>
          <p:cNvSpPr txBox="1"/>
          <p:nvPr>
            <p:ph idx="1" type="body"/>
          </p:nvPr>
        </p:nvSpPr>
        <p:spPr>
          <a:xfrm>
            <a:off x="415599" y="1536633"/>
            <a:ext cx="7837200" cy="4555200"/>
          </a:xfrm>
          <a:prstGeom prst="rect">
            <a:avLst/>
          </a:prstGeom>
          <a:noFill/>
          <a:ln>
            <a:noFill/>
          </a:ln>
        </p:spPr>
        <p:txBody>
          <a:bodyPr anchorCtr="0" anchor="t" bIns="91425" lIns="91425" spcFirstLastPara="1" rIns="91425" wrap="square" tIns="91425">
            <a:normAutofit/>
          </a:bodyPr>
          <a:lstStyle/>
          <a:p>
            <a:pPr indent="-317500" lvl="0" marL="457200" rtl="0" algn="l">
              <a:lnSpc>
                <a:spcPct val="115000"/>
              </a:lnSpc>
              <a:spcBef>
                <a:spcPts val="2000"/>
              </a:spcBef>
              <a:spcAft>
                <a:spcPts val="0"/>
              </a:spcAft>
              <a:buSzPts val="1400"/>
              <a:buChar char="&gt;"/>
            </a:pPr>
            <a:r>
              <a:rPr lang="en-GB" sz="2400">
                <a:solidFill>
                  <a:schemeClr val="lt1"/>
                </a:solidFill>
              </a:rPr>
              <a:t>If your application is successful, you will need to complete the staff </a:t>
            </a:r>
            <a:r>
              <a:rPr lang="en-GB" sz="2400">
                <a:solidFill>
                  <a:schemeClr val="lt1"/>
                </a:solidFill>
              </a:rPr>
              <a:t>training</a:t>
            </a:r>
            <a:r>
              <a:rPr lang="en-GB" sz="2400">
                <a:solidFill>
                  <a:schemeClr val="lt1"/>
                </a:solidFill>
              </a:rPr>
              <a:t> on People and Money</a:t>
            </a:r>
            <a:endParaRPr sz="2400">
              <a:solidFill>
                <a:schemeClr val="lt1"/>
              </a:solidFill>
            </a:endParaRPr>
          </a:p>
          <a:p>
            <a:pPr indent="-317500" lvl="0" marL="457200" rtl="0" algn="l">
              <a:lnSpc>
                <a:spcPct val="115000"/>
              </a:lnSpc>
              <a:spcBef>
                <a:spcPts val="2000"/>
              </a:spcBef>
              <a:spcAft>
                <a:spcPts val="0"/>
              </a:spcAft>
              <a:buSzPts val="1400"/>
              <a:buChar char="&gt;"/>
            </a:pPr>
            <a:r>
              <a:rPr lang="en-GB" sz="2400">
                <a:solidFill>
                  <a:schemeClr val="lt1"/>
                </a:solidFill>
              </a:rPr>
              <a:t>Most of them are online, including how to ensure </a:t>
            </a:r>
            <a:r>
              <a:rPr lang="en-GB" sz="2400">
                <a:solidFill>
                  <a:schemeClr val="lt1"/>
                </a:solidFill>
              </a:rPr>
              <a:t>equity, how to deal with PII, how to deal with dangerous situations, etc.</a:t>
            </a:r>
            <a:endParaRPr sz="2400">
              <a:solidFill>
                <a:schemeClr val="lt1"/>
              </a:solidFill>
            </a:endParaRPr>
          </a:p>
          <a:p>
            <a:pPr indent="-317500" lvl="0" marL="457200" rtl="0" algn="l">
              <a:lnSpc>
                <a:spcPct val="115000"/>
              </a:lnSpc>
              <a:spcBef>
                <a:spcPts val="2000"/>
              </a:spcBef>
              <a:spcAft>
                <a:spcPts val="0"/>
              </a:spcAft>
              <a:buSzPts val="1400"/>
              <a:buChar char="&gt;"/>
            </a:pPr>
            <a:r>
              <a:rPr lang="en-GB" sz="2400">
                <a:solidFill>
                  <a:schemeClr val="lt1"/>
                </a:solidFill>
              </a:rPr>
              <a:t>For me I also attended an in-person training in the Informatics Forum.</a:t>
            </a:r>
            <a:endParaRPr sz="2400">
              <a:solidFill>
                <a:schemeClr val="lt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g3f8de40e5db_0_19"/>
          <p:cNvSpPr txBox="1"/>
          <p:nvPr>
            <p:ph type="title"/>
          </p:nvPr>
        </p:nvSpPr>
        <p:spPr>
          <a:xfrm>
            <a:off x="415600" y="593367"/>
            <a:ext cx="11360700" cy="7635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lang="en-GB"/>
              <a:t>Benefits</a:t>
            </a:r>
            <a:endParaRPr/>
          </a:p>
        </p:txBody>
      </p:sp>
      <p:sp>
        <p:nvSpPr>
          <p:cNvPr id="104" name="Google Shape;104;g3f8de40e5db_0_19"/>
          <p:cNvSpPr txBox="1"/>
          <p:nvPr>
            <p:ph idx="1" type="body"/>
          </p:nvPr>
        </p:nvSpPr>
        <p:spPr>
          <a:xfrm>
            <a:off x="415599" y="1536633"/>
            <a:ext cx="7837200" cy="4555200"/>
          </a:xfrm>
          <a:prstGeom prst="rect">
            <a:avLst/>
          </a:prstGeom>
          <a:noFill/>
          <a:ln>
            <a:noFill/>
          </a:ln>
        </p:spPr>
        <p:txBody>
          <a:bodyPr anchorCtr="0" anchor="t" bIns="91425" lIns="91425" spcFirstLastPara="1" rIns="91425" wrap="square" tIns="91425">
            <a:normAutofit lnSpcReduction="10000"/>
          </a:bodyPr>
          <a:lstStyle/>
          <a:p>
            <a:pPr indent="-317500" lvl="0" marL="457200" rtl="0" algn="l">
              <a:lnSpc>
                <a:spcPct val="115000"/>
              </a:lnSpc>
              <a:spcBef>
                <a:spcPts val="2000"/>
              </a:spcBef>
              <a:spcAft>
                <a:spcPts val="0"/>
              </a:spcAft>
              <a:buSzPts val="1400"/>
              <a:buChar char="&gt;"/>
            </a:pPr>
            <a:r>
              <a:rPr lang="en-GB" sz="2400">
                <a:solidFill>
                  <a:schemeClr val="lt1"/>
                </a:solidFill>
              </a:rPr>
              <a:t>You will get paid for around 12～14 pounds per hour, </a:t>
            </a:r>
            <a:r>
              <a:rPr lang="en-GB" sz="2400">
                <a:solidFill>
                  <a:schemeClr val="lt1"/>
                </a:solidFill>
              </a:rPr>
              <a:t>plus one hour of preparation</a:t>
            </a:r>
            <a:endParaRPr sz="2400">
              <a:solidFill>
                <a:schemeClr val="lt1"/>
              </a:solidFill>
            </a:endParaRPr>
          </a:p>
          <a:p>
            <a:pPr indent="-317500" lvl="0" marL="457200" rtl="0" algn="l">
              <a:lnSpc>
                <a:spcPct val="115000"/>
              </a:lnSpc>
              <a:spcBef>
                <a:spcPts val="2000"/>
              </a:spcBef>
              <a:spcAft>
                <a:spcPts val="0"/>
              </a:spcAft>
              <a:buSzPts val="1400"/>
              <a:buChar char="&gt;"/>
            </a:pPr>
            <a:r>
              <a:rPr lang="en-GB" sz="2400">
                <a:solidFill>
                  <a:schemeClr val="lt1"/>
                </a:solidFill>
              </a:rPr>
              <a:t>You will have a staff account! And you can also get a staff card by </a:t>
            </a:r>
            <a:r>
              <a:rPr lang="en-GB" sz="2400">
                <a:solidFill>
                  <a:schemeClr val="lt1"/>
                </a:solidFill>
              </a:rPr>
              <a:t>simply upload a photo of you</a:t>
            </a:r>
            <a:endParaRPr sz="2400">
              <a:solidFill>
                <a:schemeClr val="lt1"/>
              </a:solidFill>
            </a:endParaRPr>
          </a:p>
          <a:p>
            <a:pPr indent="-317500" lvl="0" marL="457200" rtl="0" algn="l">
              <a:lnSpc>
                <a:spcPct val="115000"/>
              </a:lnSpc>
              <a:spcBef>
                <a:spcPts val="2000"/>
              </a:spcBef>
              <a:spcAft>
                <a:spcPts val="0"/>
              </a:spcAft>
              <a:buSzPts val="1400"/>
              <a:buChar char="&gt;"/>
            </a:pPr>
            <a:r>
              <a:rPr lang="en-GB" sz="2400">
                <a:solidFill>
                  <a:schemeClr val="lt1"/>
                </a:solidFill>
              </a:rPr>
              <a:t>You will have 500 pounds free printing credits!</a:t>
            </a:r>
            <a:endParaRPr sz="2400">
              <a:solidFill>
                <a:schemeClr val="lt1"/>
              </a:solidFill>
            </a:endParaRPr>
          </a:p>
          <a:p>
            <a:pPr indent="-317500" lvl="0" marL="457200" rtl="0" algn="l">
              <a:lnSpc>
                <a:spcPct val="115000"/>
              </a:lnSpc>
              <a:spcBef>
                <a:spcPts val="2000"/>
              </a:spcBef>
              <a:spcAft>
                <a:spcPts val="0"/>
              </a:spcAft>
              <a:buSzPts val="1400"/>
              <a:buChar char="&gt;"/>
            </a:pPr>
            <a:r>
              <a:rPr lang="en-GB" sz="2400">
                <a:solidFill>
                  <a:schemeClr val="lt1"/>
                </a:solidFill>
              </a:rPr>
              <a:t>But note that the staff card will NOT give you access to the buildings, etc. And all the systems related to your job can only be accessed via your staff account.</a:t>
            </a:r>
            <a:endParaRPr sz="2400">
              <a:solidFill>
                <a:schemeClr val="lt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1_InfPALS">
  <a:themeElements>
    <a:clrScheme name="Simple Light">
      <a:dk1>
        <a:srgbClr val="FFFFFF"/>
      </a:dk1>
      <a:lt1>
        <a:srgbClr val="D5D5D5"/>
      </a:lt1>
      <a:dk2>
        <a:srgbClr val="CCCCCC"/>
      </a:dk2>
      <a:lt2>
        <a:srgbClr val="000000"/>
      </a:lt2>
      <a:accent1>
        <a:srgbClr val="D9534F"/>
      </a:accent1>
      <a:accent2>
        <a:srgbClr val="212121"/>
      </a:accent2>
      <a:accent3>
        <a:srgbClr val="78909C"/>
      </a:accent3>
      <a:accent4>
        <a:srgbClr val="FFC83D"/>
      </a:accent4>
      <a:accent5>
        <a:srgbClr val="325D88"/>
      </a:accent5>
      <a:accent6>
        <a:srgbClr val="E91C51"/>
      </a:accent6>
      <a:hlink>
        <a:srgbClr val="5F5286"/>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2023-07-01T11:43:35Z</dcterms:created>
  <dc:creator>Elliot Lister</dc:creator>
</cp:coreProperties>
</file>